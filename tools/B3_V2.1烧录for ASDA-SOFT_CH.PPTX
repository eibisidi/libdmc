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3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Slides/notesSlide5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54" r:id="rId2"/>
    <p:sldMasterId id="2147483655" r:id="rId3"/>
  </p:sldMasterIdLst>
  <p:notesMasterIdLst>
    <p:notesMasterId r:id="rId22"/>
  </p:notesMasterIdLst>
  <p:handoutMasterIdLst>
    <p:handoutMasterId r:id="rId23"/>
  </p:handoutMasterIdLst>
  <p:sldIdLst>
    <p:sldId id="260" r:id="rId4"/>
    <p:sldId id="265" r:id="rId5"/>
    <p:sldId id="318" r:id="rId6"/>
    <p:sldId id="267" r:id="rId7"/>
    <p:sldId id="307" r:id="rId8"/>
    <p:sldId id="284" r:id="rId9"/>
    <p:sldId id="285" r:id="rId10"/>
    <p:sldId id="286" r:id="rId11"/>
    <p:sldId id="336" r:id="rId12"/>
    <p:sldId id="342" r:id="rId13"/>
    <p:sldId id="337" r:id="rId14"/>
    <p:sldId id="338" r:id="rId15"/>
    <p:sldId id="317" r:id="rId16"/>
    <p:sldId id="316" r:id="rId17"/>
    <p:sldId id="290" r:id="rId18"/>
    <p:sldId id="291" r:id="rId19"/>
    <p:sldId id="288" r:id="rId20"/>
    <p:sldId id="263" r:id="rId21"/>
  </p:sldIdLst>
  <p:sldSz cx="9145588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0FB7395-3964-4508-AA3E-754B1CEB8CC4}">
          <p14:sldIdLst>
            <p14:sldId id="260"/>
            <p14:sldId id="265"/>
          </p14:sldIdLst>
        </p14:section>
        <p14:section name="燒錄指引" id="{61C08529-E308-4848-AA99-CB7B5E398EFE}">
          <p14:sldIdLst>
            <p14:sldId id="318"/>
            <p14:sldId id="267"/>
            <p14:sldId id="307"/>
            <p14:sldId id="284"/>
            <p14:sldId id="285"/>
            <p14:sldId id="286"/>
            <p14:sldId id="336"/>
            <p14:sldId id="342"/>
            <p14:sldId id="337"/>
            <p14:sldId id="338"/>
          </p14:sldIdLst>
        </p14:section>
        <p14:section name="補充說明" id="{B9A6FD3D-0295-461C-9EAF-D535317D01BF}">
          <p14:sldIdLst>
            <p14:sldId id="317"/>
            <p14:sldId id="316"/>
            <p14:sldId id="290"/>
            <p14:sldId id="291"/>
            <p14:sldId id="288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28">
          <p15:clr>
            <a:srgbClr val="A4A3A4"/>
          </p15:clr>
        </p15:guide>
        <p15:guide id="2" orient="horz" pos="501">
          <p15:clr>
            <a:srgbClr val="A4A3A4"/>
          </p15:clr>
        </p15:guide>
        <p15:guide id="3" pos="2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E9A"/>
    <a:srgbClr val="1A6B9D"/>
    <a:srgbClr val="005A92"/>
    <a:srgbClr val="193F93"/>
    <a:srgbClr val="273A52"/>
    <a:srgbClr val="FFA347"/>
    <a:srgbClr val="35D7FD"/>
    <a:srgbClr val="EE867E"/>
    <a:srgbClr val="4CD1FA"/>
    <a:srgbClr val="885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39" autoAdjust="0"/>
    <p:restoredTop sz="95394" autoAdjust="0"/>
  </p:normalViewPr>
  <p:slideViewPr>
    <p:cSldViewPr snapToGrid="0" showGuides="1">
      <p:cViewPr varScale="1">
        <p:scale>
          <a:sx n="73" d="100"/>
          <a:sy n="73" d="100"/>
        </p:scale>
        <p:origin x="1482" y="54"/>
      </p:cViewPr>
      <p:guideLst>
        <p:guide orient="horz" pos="3928"/>
        <p:guide orient="horz" pos="501"/>
        <p:guide pos="2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-380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E9AA9DD-95C9-4AB5-A4D5-ADDB0FFD9C38}" type="datetimeFigureOut">
              <a:rPr lang="zh-TW" altLang="en-US"/>
              <a:pPr>
                <a:defRPr/>
              </a:pPr>
              <a:t>2019/3/28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8331915-2E1C-43E7-9ECC-DE5A77E3C87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5187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DCC18-7DC3-464E-8DE6-23FF6237FAAF}" type="datetimeFigureOut">
              <a:rPr lang="zh-TW" altLang="en-US" smtClean="0"/>
              <a:t>2019/3/28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B2F5A-4038-4E85-949D-BDECE94AB0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8662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9B2F5A-4038-4E85-949D-BDECE94AB076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9577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9581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9581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9581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9581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9581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4746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8447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3329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3759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9581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9581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16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9581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843F1-80F0-4CF4-A5A7-E2727B94D612}" type="slidenum">
              <a:rPr lang="zh-TW" altLang="en-US" smtClean="0"/>
              <a:t>17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9581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738801" y="2349500"/>
            <a:ext cx="7911322" cy="647700"/>
          </a:xfrm>
        </p:spPr>
        <p:txBody>
          <a:bodyPr/>
          <a:lstStyle/>
          <a:p>
            <a:r>
              <a:rPr lang="en-US" altLang="zh-TW"/>
              <a:t>Name </a:t>
            </a:r>
          </a:p>
          <a:p>
            <a:r>
              <a:rPr lang="en-US" altLang="zh-TW"/>
              <a:t>Date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title" idx="4294967295"/>
          </p:nvPr>
        </p:nvSpPr>
        <p:spPr>
          <a:xfrm>
            <a:off x="716814" y="404816"/>
            <a:ext cx="7911321" cy="1658937"/>
          </a:xfrm>
        </p:spPr>
        <p:txBody>
          <a:bodyPr/>
          <a:lstStyle/>
          <a:p>
            <a:r>
              <a:rPr lang="en-US" altLang="zh-TW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941476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62481"/>
            <a:ext cx="6715169" cy="723900"/>
          </a:xfrm>
        </p:spPr>
        <p:txBody>
          <a:bodyPr/>
          <a:lstStyle/>
          <a:p>
            <a:r>
              <a:rPr lang="en-US" altLang="zh-TW" dirty="0"/>
              <a:t>Title for Inner Page</a:t>
            </a:r>
          </a:p>
        </p:txBody>
      </p:sp>
    </p:spTree>
    <p:extLst>
      <p:ext uri="{BB962C8B-B14F-4D97-AF65-F5344CB8AC3E}">
        <p14:creationId xmlns:p14="http://schemas.microsoft.com/office/powerpoint/2010/main" val="189651062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677" y="4406903"/>
            <a:ext cx="7773529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677" y="2906713"/>
            <a:ext cx="7773529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>
          <a:xfrm>
            <a:off x="8020529" y="6308728"/>
            <a:ext cx="112505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F6389-EC5F-45D0-9735-4A8E98C7F453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887570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auto">
          <a:xfrm>
            <a:off x="533580" y="549278"/>
            <a:ext cx="5244897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517454" y="5805491"/>
            <a:ext cx="3856714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/>
            <a:r>
              <a:rPr lang="en-US" altLang="zh-TW" noProof="0" dirty="0"/>
              <a:t>To learn more about Delta, </a:t>
            </a:r>
          </a:p>
          <a:p>
            <a:pPr lvl="0"/>
            <a:r>
              <a:rPr lang="en-US" altLang="zh-TW" noProof="0" dirty="0"/>
              <a:t>please visit www.deltaww.com</a:t>
            </a:r>
          </a:p>
        </p:txBody>
      </p:sp>
    </p:spTree>
    <p:extLst>
      <p:ext uri="{BB962C8B-B14F-4D97-AF65-F5344CB8AC3E}">
        <p14:creationId xmlns:p14="http://schemas.microsoft.com/office/powerpoint/2010/main" val="812030780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4128"/>
            <a:ext cx="9145588" cy="3443872"/>
          </a:xfrm>
          <a:prstGeom prst="rect">
            <a:avLst/>
          </a:prstGeom>
        </p:spPr>
      </p:pic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716814" y="404816"/>
            <a:ext cx="7911321" cy="165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6814" y="2349500"/>
            <a:ext cx="7911321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kumimoji="1" sz="2000">
          <a:solidFill>
            <a:srgbClr val="080808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文字方塊 10"/>
          <p:cNvSpPr txBox="1">
            <a:spLocks noChangeArrowheads="1"/>
          </p:cNvSpPr>
          <p:nvPr userDrawn="1"/>
        </p:nvSpPr>
        <p:spPr bwMode="auto">
          <a:xfrm>
            <a:off x="237473" y="6569078"/>
            <a:ext cx="16564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>
              <a:defRPr/>
            </a:pPr>
            <a:r>
              <a:rPr kumimoji="0" lang="en-US" altLang="zh-TW" sz="1000">
                <a:solidFill>
                  <a:srgbClr val="4D4D4D"/>
                </a:solidFill>
              </a:rPr>
              <a:t>Delta Confidential</a:t>
            </a:r>
          </a:p>
        </p:txBody>
      </p:sp>
      <p:sp>
        <p:nvSpPr>
          <p:cNvPr id="2051" name="標題版面配置區 1"/>
          <p:cNvSpPr>
            <a:spLocks noGrp="1"/>
          </p:cNvSpPr>
          <p:nvPr>
            <p:ph type="title"/>
          </p:nvPr>
        </p:nvSpPr>
        <p:spPr bwMode="auto">
          <a:xfrm>
            <a:off x="2046360" y="328613"/>
            <a:ext cx="684709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  <p:sp>
        <p:nvSpPr>
          <p:cNvPr id="205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8096" y="1196976"/>
            <a:ext cx="8575363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text</a:t>
            </a:r>
          </a:p>
        </p:txBody>
      </p:sp>
      <p:pic>
        <p:nvPicPr>
          <p:cNvPr id="6" name="圖片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91" y="366037"/>
            <a:ext cx="1404000" cy="4335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9" r:id="rId2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283" y="0"/>
            <a:ext cx="4768305" cy="6858000"/>
          </a:xfrm>
          <a:prstGeom prst="rect">
            <a:avLst/>
          </a:prstGeom>
        </p:spPr>
      </p:pic>
      <p:sp>
        <p:nvSpPr>
          <p:cNvPr id="3075" name="標題版面配置區 1"/>
          <p:cNvSpPr>
            <a:spLocks noGrp="1"/>
          </p:cNvSpPr>
          <p:nvPr>
            <p:ph type="title"/>
          </p:nvPr>
        </p:nvSpPr>
        <p:spPr bwMode="auto">
          <a:xfrm>
            <a:off x="533580" y="549278"/>
            <a:ext cx="5244897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6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54" y="5805491"/>
            <a:ext cx="3856714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To learn more about Delta, </a:t>
            </a:r>
          </a:p>
          <a:p>
            <a:pPr lvl="0"/>
            <a:r>
              <a:rPr lang="en-US" altLang="zh-TW"/>
              <a:t>please visit www.deltaww.com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ransition spd="med"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87DC"/>
          </a:solidFill>
          <a:latin typeface="Arial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400">
          <a:solidFill>
            <a:srgbClr val="0087D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14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2.xml"/><Relationship Id="rId4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1.png"/><Relationship Id="rId7" Type="http://schemas.microsoft.com/office/2007/relationships/hdphoto" Target="../media/hdphoto2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slide" Target="slide9.xml"/><Relationship Id="rId10" Type="http://schemas.microsoft.com/office/2007/relationships/hdphoto" Target="../media/hdphoto1.wdp"/><Relationship Id="rId4" Type="http://schemas.openxmlformats.org/officeDocument/2006/relationships/slide" Target="slide14.xml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" Target="slide2.xml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png"/><Relationship Id="rId7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slide" Target="slide14.xml"/><Relationship Id="rId9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slide" Target="slide2.xml"/><Relationship Id="rId7" Type="http://schemas.openxmlformats.org/officeDocument/2006/relationships/image" Target="../media/image1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 sz="3200" b="1" dirty="0" smtClean="0"/>
              <a:t>ASDA-B3</a:t>
            </a:r>
            <a:r>
              <a:rPr lang="zh-TW" altLang="en-US" sz="3200" b="1" dirty="0" smtClean="0"/>
              <a:t>韧体更新指引</a:t>
            </a:r>
            <a:endParaRPr lang="en-US" altLang="zh-TW" sz="3200" b="1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00100" y="2349500"/>
            <a:ext cx="8567738" cy="647700"/>
          </a:xfrm>
        </p:spPr>
        <p:txBody>
          <a:bodyPr/>
          <a:lstStyle/>
          <a:p>
            <a:pPr eaLnBrk="1" hangingPunct="1"/>
            <a:r>
              <a:rPr lang="en-US" altLang="zh-TW" dirty="0"/>
              <a:t>Delta Servo FAE Team</a:t>
            </a:r>
          </a:p>
          <a:p>
            <a:pPr eaLnBrk="1" hangingPunct="1">
              <a:buFontTx/>
              <a:buNone/>
            </a:pPr>
            <a:r>
              <a:rPr lang="en-US" altLang="zh-TW" sz="1800" dirty="0" smtClean="0"/>
              <a:t>2019-03-27</a:t>
            </a:r>
            <a:endParaRPr lang="en-US" altLang="zh-TW" sz="1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zh-TW" altLang="en-US" b="1" dirty="0" smtClean="0"/>
              <a:t>大纲</a:t>
            </a:r>
            <a:endParaRPr lang="en-US" altLang="zh-TW" b="1" dirty="0"/>
          </a:p>
        </p:txBody>
      </p:sp>
      <p:sp>
        <p:nvSpPr>
          <p:cNvPr id="4" name="矩形 3"/>
          <p:cNvSpPr/>
          <p:nvPr/>
        </p:nvSpPr>
        <p:spPr>
          <a:xfrm>
            <a:off x="0" y="1231556"/>
            <a:ext cx="9145588" cy="2660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hlinkClick r:id="rId3" action="ppaction://hlinksldjump"/>
          </p:cNvPr>
          <p:cNvSpPr/>
          <p:nvPr/>
        </p:nvSpPr>
        <p:spPr>
          <a:xfrm rot="10800000" flipH="1" flipV="1">
            <a:off x="2994235" y="2058837"/>
            <a:ext cx="2894335" cy="36933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>
            <a:spAutoFit/>
          </a:bodyPr>
          <a:lstStyle/>
          <a:p>
            <a:pPr algn="ctr"/>
            <a:r>
              <a:rPr lang="zh-TW" altLang="en-US" dirty="0" smtClean="0">
                <a:solidFill>
                  <a:srgbClr val="FFFFFF"/>
                </a:solidFill>
              </a:rPr>
              <a:t>烧</a:t>
            </a:r>
            <a:r>
              <a:rPr lang="zh-CN" altLang="en-US" dirty="0" smtClean="0">
                <a:solidFill>
                  <a:srgbClr val="FFFFFF"/>
                </a:solidFill>
              </a:rPr>
              <a:t>录</a:t>
            </a:r>
            <a:r>
              <a:rPr lang="zh-TW" altLang="en-US" dirty="0" smtClean="0">
                <a:solidFill>
                  <a:srgbClr val="FFFFFF"/>
                </a:solidFill>
              </a:rPr>
              <a:t>流程</a:t>
            </a:r>
            <a:endParaRPr lang="zh-TW" altLang="en-US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9" name="矩形 8">
            <a:hlinkClick r:id="rId4" action="ppaction://hlinksldjump"/>
          </p:cNvPr>
          <p:cNvSpPr/>
          <p:nvPr/>
        </p:nvSpPr>
        <p:spPr>
          <a:xfrm rot="10800000" flipH="1" flipV="1">
            <a:off x="2992109" y="2668614"/>
            <a:ext cx="2894335" cy="369332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>
            <a:spAutoFit/>
          </a:bodyPr>
          <a:lstStyle/>
          <a:p>
            <a:pPr algn="ctr"/>
            <a:r>
              <a:rPr lang="zh-TW" altLang="en-US" dirty="0" smtClean="0">
                <a:solidFill>
                  <a:srgbClr val="FFFFFF"/>
                </a:solidFill>
              </a:rPr>
              <a:t>韧体更新</a:t>
            </a:r>
            <a:endParaRPr lang="zh-TW" altLang="en-US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11" name="矩形 10">
            <a:hlinkClick r:id="rId5" action="ppaction://hlinksldjump"/>
          </p:cNvPr>
          <p:cNvSpPr/>
          <p:nvPr/>
        </p:nvSpPr>
        <p:spPr>
          <a:xfrm rot="10800000" flipH="1" flipV="1">
            <a:off x="2992116" y="4220346"/>
            <a:ext cx="2894333" cy="369332"/>
          </a:xfrm>
          <a:prstGeom prst="rect">
            <a:avLst/>
          </a:prstGeom>
          <a:solidFill>
            <a:srgbClr val="1A6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>
            <a:spAutoFit/>
          </a:bodyPr>
          <a:lstStyle/>
          <a:p>
            <a:pPr algn="ctr"/>
            <a:r>
              <a:rPr lang="zh-TW" altLang="en-US" dirty="0" smtClean="0">
                <a:solidFill>
                  <a:srgbClr val="FFFFFF"/>
                </a:solidFill>
              </a:rPr>
              <a:t>异警排除</a:t>
            </a:r>
            <a:endParaRPr lang="zh-TW" altLang="en-US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12" name="矩形 11">
            <a:hlinkClick r:id="rId6" action="ppaction://hlinksldjump"/>
          </p:cNvPr>
          <p:cNvSpPr/>
          <p:nvPr/>
        </p:nvSpPr>
        <p:spPr>
          <a:xfrm rot="10800000" flipH="1" flipV="1">
            <a:off x="3021450" y="3278391"/>
            <a:ext cx="2894335" cy="369332"/>
          </a:xfrm>
          <a:prstGeom prst="rect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>
            <a:spAutoFit/>
          </a:bodyPr>
          <a:lstStyle/>
          <a:p>
            <a:pPr algn="ctr"/>
            <a:r>
              <a:rPr lang="zh-TW" altLang="en-US" dirty="0" smtClean="0">
                <a:solidFill>
                  <a:srgbClr val="FFFFFF"/>
                </a:solidFill>
              </a:rPr>
              <a:t>黑屏后</a:t>
            </a:r>
            <a:r>
              <a:rPr lang="en-US" altLang="zh-TW" dirty="0" smtClean="0">
                <a:solidFill>
                  <a:srgbClr val="FFFFFF"/>
                </a:solidFill>
              </a:rPr>
              <a:t>_</a:t>
            </a:r>
            <a:r>
              <a:rPr lang="zh-TW" altLang="en-US" dirty="0" smtClean="0">
                <a:solidFill>
                  <a:srgbClr val="FFFFFF"/>
                </a:solidFill>
              </a:rPr>
              <a:t>韧体更新</a:t>
            </a:r>
            <a:endParaRPr lang="zh-TW" altLang="en-US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17" name="矩形 16">
            <a:hlinkClick r:id="rId7" action="ppaction://hlinksldjump"/>
          </p:cNvPr>
          <p:cNvSpPr/>
          <p:nvPr/>
        </p:nvSpPr>
        <p:spPr>
          <a:xfrm rot="10800000" flipH="1" flipV="1">
            <a:off x="2992109" y="1449060"/>
            <a:ext cx="2894335" cy="369332"/>
          </a:xfrm>
          <a:prstGeom prst="rect">
            <a:avLst/>
          </a:prstGeom>
          <a:solidFill>
            <a:schemeClr val="accent4">
              <a:lumMod val="65000"/>
              <a:lumOff val="3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>
            <a:spAutoFit/>
          </a:bodyPr>
          <a:lstStyle/>
          <a:p>
            <a:pPr algn="ctr"/>
            <a:r>
              <a:rPr lang="zh-TW" altLang="en-US" dirty="0" smtClean="0">
                <a:solidFill>
                  <a:srgbClr val="FFFFFF"/>
                </a:solidFill>
              </a:rPr>
              <a:t>烧</a:t>
            </a:r>
            <a:r>
              <a:rPr lang="zh-CN" altLang="en-US" dirty="0">
                <a:solidFill>
                  <a:srgbClr val="FFFFFF"/>
                </a:solidFill>
              </a:rPr>
              <a:t>录</a:t>
            </a:r>
            <a:r>
              <a:rPr lang="zh-TW" altLang="en-US" dirty="0" smtClean="0">
                <a:solidFill>
                  <a:srgbClr val="FFFFFF"/>
                </a:solidFill>
              </a:rPr>
              <a:t>工具准备</a:t>
            </a:r>
            <a:endParaRPr lang="zh-TW" altLang="en-US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19" name="平行四邊形 4"/>
          <p:cNvSpPr/>
          <p:nvPr/>
        </p:nvSpPr>
        <p:spPr>
          <a:xfrm>
            <a:off x="897567" y="1473956"/>
            <a:ext cx="2070229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TW" altLang="en-US" sz="16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录指引</a:t>
            </a:r>
            <a:endParaRPr lang="zh-TW" altLang="en-US" sz="16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20" name="平行四邊形 4"/>
          <p:cNvSpPr/>
          <p:nvPr/>
        </p:nvSpPr>
        <p:spPr>
          <a:xfrm>
            <a:off x="897566" y="4254903"/>
            <a:ext cx="2070229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补充事项</a:t>
            </a:r>
            <a:endParaRPr lang="zh-TW" altLang="en-US" sz="16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76789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678917"/>
            <a:ext cx="9145588" cy="1541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Title 1"/>
          <p:cNvSpPr txBox="1">
            <a:spLocks/>
          </p:cNvSpPr>
          <p:nvPr/>
        </p:nvSpPr>
        <p:spPr bwMode="auto">
          <a:xfrm>
            <a:off x="114302" y="3183415"/>
            <a:ext cx="2977244" cy="812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cap="all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9pPr>
          </a:lstStyle>
          <a:p>
            <a:pPr algn="r"/>
            <a:r>
              <a:rPr lang="zh-CN" altLang="en-US" sz="3200" kern="0" dirty="0">
                <a:solidFill>
                  <a:schemeClr val="tx1"/>
                </a:solidFill>
              </a:rPr>
              <a:t>烧</a:t>
            </a:r>
            <a:r>
              <a:rPr lang="zh-TW" altLang="en-US" sz="3200" kern="0" dirty="0" smtClean="0">
                <a:solidFill>
                  <a:schemeClr val="tx1"/>
                </a:solidFill>
              </a:rPr>
              <a:t>录指引</a:t>
            </a:r>
            <a:endParaRPr lang="zh-TW" altLang="en-US" sz="3200" kern="0" dirty="0">
              <a:solidFill>
                <a:schemeClr val="tx1"/>
              </a:solidFill>
            </a:endParaRPr>
          </a:p>
        </p:txBody>
      </p:sp>
      <p:cxnSp>
        <p:nvCxnSpPr>
          <p:cNvPr id="14" name="直線接點 13"/>
          <p:cNvCxnSpPr/>
          <p:nvPr/>
        </p:nvCxnSpPr>
        <p:spPr>
          <a:xfrm>
            <a:off x="3173543" y="3076013"/>
            <a:ext cx="0" cy="78590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3260634" y="3148200"/>
            <a:ext cx="4586829" cy="826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8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6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9pPr>
          </a:lstStyle>
          <a:p>
            <a:endParaRPr lang="zh-TW" altLang="en-US" sz="3200" kern="0" dirty="0"/>
          </a:p>
        </p:txBody>
      </p:sp>
      <p:pic>
        <p:nvPicPr>
          <p:cNvPr id="6" name="圖片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411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zh-CN" altLang="en-US" b="1" dirty="0"/>
              <a:t>烧</a:t>
            </a:r>
            <a:r>
              <a:rPr lang="zh-TW" altLang="en-US" b="1" dirty="0" smtClean="0"/>
              <a:t>录工具准备</a:t>
            </a:r>
            <a:endParaRPr lang="en-US" altLang="zh-TW" b="1" dirty="0" smtClean="0"/>
          </a:p>
        </p:txBody>
      </p: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196733" y="903584"/>
            <a:ext cx="878522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B3</a:t>
            </a:r>
            <a:r>
              <a:rPr lang="zh-TW" altLang="en-US" sz="2000" dirty="0" smtClean="0">
                <a:latin typeface="+mn-ea"/>
                <a:ea typeface="+mn-ea"/>
              </a:rPr>
              <a:t>烧</a:t>
            </a:r>
            <a:r>
              <a:rPr lang="zh-CN" altLang="en-US" sz="2000" dirty="0" smtClean="0">
                <a:latin typeface="+mn-ea"/>
                <a:ea typeface="+mn-ea"/>
              </a:rPr>
              <a:t>录</a:t>
            </a:r>
            <a:r>
              <a:rPr lang="zh-TW" altLang="en-US" sz="2000" dirty="0" smtClean="0">
                <a:latin typeface="+mn-ea"/>
                <a:ea typeface="+mn-ea"/>
              </a:rPr>
              <a:t>韧体：其</a:t>
            </a:r>
            <a:r>
              <a:rPr lang="zh-TW" altLang="en-US" sz="2000" dirty="0" smtClean="0">
                <a:latin typeface="+mn-ea"/>
                <a:ea typeface="+mn-ea"/>
              </a:rPr>
              <a:t>烧</a:t>
            </a:r>
            <a:r>
              <a:rPr lang="zh-CN" altLang="en-US" sz="2000" dirty="0">
                <a:latin typeface="+mn-ea"/>
                <a:ea typeface="+mn-ea"/>
              </a:rPr>
              <a:t>录</a:t>
            </a:r>
            <a:r>
              <a:rPr lang="zh-TW" altLang="en-US" sz="2000" dirty="0" smtClean="0">
                <a:latin typeface="+mn-ea"/>
                <a:ea typeface="+mn-ea"/>
              </a:rPr>
              <a:t>韧</a:t>
            </a:r>
            <a:r>
              <a:rPr lang="zh-TW" altLang="en-US" sz="2000" dirty="0" smtClean="0">
                <a:latin typeface="+mn-ea"/>
                <a:ea typeface="+mn-ea"/>
              </a:rPr>
              <a:t>体扩展名为</a:t>
            </a:r>
            <a:r>
              <a:rPr lang="zh-TW" altLang="en-US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 </a:t>
            </a:r>
            <a:r>
              <a:rPr lang="en-US" altLang="zh-TW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.B33</a:t>
            </a:r>
            <a:r>
              <a:rPr lang="zh-TW" altLang="en-US" sz="2000" dirty="0" smtClean="0">
                <a:latin typeface="+mn-ea"/>
                <a:ea typeface="+mn-ea"/>
              </a:rPr>
              <a:t>。 </a:t>
            </a:r>
            <a:endParaRPr lang="zh-TW" altLang="en-US" sz="2000" dirty="0">
              <a:latin typeface="+mn-ea"/>
              <a:ea typeface="+mn-ea"/>
            </a:endParaRPr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烧</a:t>
            </a:r>
            <a:r>
              <a:rPr lang="zh-CN" altLang="en-US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录</a:t>
            </a:r>
            <a:r>
              <a:rPr lang="zh-TW" altLang="en-US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的</a:t>
            </a:r>
            <a:r>
              <a:rPr lang="en-US" altLang="zh-TW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PC</a:t>
            </a:r>
            <a:r>
              <a:rPr lang="zh-TW" altLang="en-US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软件：                                                                      </a:t>
            </a:r>
            <a:endParaRPr lang="en-US" altLang="zh-TW" sz="2000" dirty="0" smtClean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烧</a:t>
            </a:r>
            <a:r>
              <a:rPr lang="zh-TW" altLang="en-US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录</a:t>
            </a:r>
            <a:r>
              <a:rPr lang="zh-TW" altLang="en-US" sz="2000" dirty="0" smtClean="0">
                <a:latin typeface="+mn-ea"/>
                <a:ea typeface="+mn-ea"/>
              </a:rPr>
              <a:t>通讯线</a:t>
            </a:r>
            <a:r>
              <a:rPr lang="zh-TW" altLang="en-US" sz="2000" dirty="0" smtClean="0">
                <a:latin typeface="+mn-ea"/>
              </a:rPr>
              <a:t>：</a:t>
            </a:r>
            <a:r>
              <a:rPr lang="zh-TW" altLang="en-US" sz="2000" dirty="0" smtClean="0">
                <a:latin typeface="+mn-ea"/>
                <a:ea typeface="+mn-ea"/>
              </a:rPr>
              <a:t>链接计算机</a:t>
            </a:r>
            <a:r>
              <a:rPr lang="en-US" altLang="zh-TW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USB</a:t>
            </a:r>
            <a:r>
              <a:rPr lang="zh-TW" altLang="en-US" sz="2000" dirty="0" smtClean="0">
                <a:latin typeface="+mn-ea"/>
                <a:ea typeface="+mn-ea"/>
              </a:rPr>
              <a:t>与驱动器</a:t>
            </a:r>
            <a:r>
              <a:rPr lang="en-US" altLang="zh-TW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CN4</a:t>
            </a:r>
            <a:r>
              <a:rPr lang="zh-TW" altLang="en-US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的</a:t>
            </a:r>
            <a:r>
              <a:rPr lang="en-US" altLang="zh-TW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Mini USB</a:t>
            </a:r>
            <a:r>
              <a:rPr lang="zh-TW" altLang="en-US" sz="2000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通讯线</a:t>
            </a:r>
            <a:r>
              <a:rPr lang="zh-TW" altLang="en-US" sz="2000" dirty="0" smtClean="0">
                <a:latin typeface="+mn-ea"/>
                <a:ea typeface="+mn-ea"/>
              </a:rPr>
              <a:t>。</a:t>
            </a:r>
            <a:endParaRPr lang="en-US" altLang="zh-TW" sz="2000" dirty="0" smtClean="0">
              <a:latin typeface="+mn-ea"/>
              <a:ea typeface="+mn-ea"/>
            </a:endParaRPr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接线位置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如下图，烧录通讯线即连结电脑使用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ASDA-Soft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所需的通讯线。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652493" y="1465529"/>
            <a:ext cx="3980642" cy="36933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B3_Firmware_Update_Tool_v2.1.exe</a:t>
            </a:r>
            <a:endParaRPr lang="en-US" altLang="zh-TW" dirty="0"/>
          </a:p>
        </p:txBody>
      </p:sp>
      <p:pic>
        <p:nvPicPr>
          <p:cNvPr id="30" name="圖片 29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sp>
        <p:nvSpPr>
          <p:cNvPr id="31" name="文字方塊 30"/>
          <p:cNvSpPr txBox="1"/>
          <p:nvPr/>
        </p:nvSpPr>
        <p:spPr>
          <a:xfrm>
            <a:off x="2113196" y="5912821"/>
            <a:ext cx="4952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ctr">
              <a:spcAft>
                <a:spcPts val="240"/>
              </a:spcAft>
              <a:buFont typeface="+mj-lt"/>
              <a:buAutoNum type="arabicParenBoth"/>
              <a:tabLst>
                <a:tab pos="324485" algn="l"/>
              </a:tabLst>
            </a:pPr>
            <a:r>
              <a:rPr lang="en-US" altLang="zh-TW" sz="2000" kern="100" dirty="0" smtClean="0">
                <a:latin typeface="Arial" panose="020B0604020202020204" pitchFamily="34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USB</a:t>
            </a:r>
            <a:r>
              <a:rPr lang="zh-TW" altLang="zh-TW" sz="2000" kern="1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端子座图；</a:t>
            </a:r>
            <a:r>
              <a:rPr lang="en-US" altLang="zh-TW" sz="2000" kern="100" dirty="0" smtClean="0">
                <a:latin typeface="Arial" panose="020B0604020202020204" pitchFamily="34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(</a:t>
            </a:r>
            <a:r>
              <a:rPr lang="en-US" altLang="zh-TW" sz="2000" kern="100" dirty="0">
                <a:latin typeface="Arial" panose="020B0604020202020204" pitchFamily="34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2) </a:t>
            </a:r>
            <a:r>
              <a:rPr lang="en-US" altLang="zh-TW" sz="2000" kern="100" dirty="0" smtClean="0">
                <a:latin typeface="Arial" panose="020B0604020202020204" pitchFamily="34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USB</a:t>
            </a:r>
            <a:r>
              <a:rPr lang="zh-TW" altLang="zh-TW" sz="2000" kern="1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线端接头</a:t>
            </a:r>
            <a:endParaRPr lang="zh-TW" altLang="zh-TW" sz="2800" kern="100" dirty="0">
              <a:effectLst/>
              <a:latin typeface="Arial Unicode MS" panose="020B0604020202020204" pitchFamily="34" charset="-12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录工具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33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录指引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2150594" y="3219428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35" name="物件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497393"/>
              </p:ext>
            </p:extLst>
          </p:nvPr>
        </p:nvGraphicFramePr>
        <p:xfrm>
          <a:off x="936363" y="2747148"/>
          <a:ext cx="7412902" cy="3261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Visio" r:id="rId6" imgW="4905466" imgH="2162025" progId="Visio.Drawing.15">
                  <p:embed/>
                </p:oleObj>
              </mc:Choice>
              <mc:Fallback>
                <p:oleObj name="Visio" r:id="rId6" imgW="4905466" imgH="2162025" progId="Visio.Drawing.15">
                  <p:embed/>
                  <p:pic>
                    <p:nvPicPr>
                      <p:cNvPr id="6" name="物件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363" y="2747148"/>
                        <a:ext cx="7412902" cy="32611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67611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 idx="4294967295"/>
          </p:nvPr>
        </p:nvSpPr>
        <p:spPr>
          <a:xfrm>
            <a:off x="2235141" y="162004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zh-TW" altLang="en-US" b="1" dirty="0" smtClean="0">
                <a:latin typeface="+mj-ea"/>
              </a:rPr>
              <a:t>韧体更新流程图</a:t>
            </a:r>
            <a:endParaRPr lang="en-US" altLang="zh-TW" b="1" dirty="0">
              <a:latin typeface="+mj-ea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-19594" y="41370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16" name="圓角矩形 115"/>
          <p:cNvSpPr/>
          <p:nvPr/>
        </p:nvSpPr>
        <p:spPr>
          <a:xfrm>
            <a:off x="4317172" y="5406807"/>
            <a:ext cx="2844231" cy="360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latin typeface="+mj-ea"/>
                <a:ea typeface="+mj-ea"/>
                <a:cs typeface="+mj-cs"/>
              </a:rPr>
              <a:t>请</a:t>
            </a:r>
            <a:r>
              <a:rPr lang="zh-TW" altLang="en-US" sz="1200" dirty="0" smtClean="0">
                <a:latin typeface="+mj-lt"/>
                <a:ea typeface="+mj-ea"/>
              </a:rPr>
              <a:t>将</a:t>
            </a:r>
            <a:r>
              <a:rPr lang="en-US" altLang="zh-TW" sz="1200" dirty="0" smtClean="0">
                <a:latin typeface="+mj-lt"/>
                <a:ea typeface="+mj-ea"/>
              </a:rPr>
              <a:t>Mini USB</a:t>
            </a:r>
            <a:r>
              <a:rPr lang="zh-TW" altLang="en-US" sz="1200" dirty="0" smtClean="0">
                <a:latin typeface="+mj-lt"/>
                <a:ea typeface="+mj-ea"/>
              </a:rPr>
              <a:t>通讯线</a:t>
            </a:r>
            <a:r>
              <a:rPr lang="zh-TW" altLang="en-US" sz="1200" dirty="0" smtClean="0">
                <a:latin typeface="+mj-ea"/>
                <a:ea typeface="+mj-ea"/>
                <a:cs typeface="+mj-cs"/>
              </a:rPr>
              <a:t>移除后再重新连接</a:t>
            </a:r>
            <a:endParaRPr lang="zh-TW" altLang="en-US" sz="1200" dirty="0">
              <a:latin typeface="+mj-ea"/>
              <a:ea typeface="+mj-ea"/>
              <a:cs typeface="+mj-cs"/>
            </a:endParaRPr>
          </a:p>
        </p:txBody>
      </p:sp>
      <p:sp>
        <p:nvSpPr>
          <p:cNvPr id="215" name="圓角矩形 214"/>
          <p:cNvSpPr/>
          <p:nvPr/>
        </p:nvSpPr>
        <p:spPr>
          <a:xfrm>
            <a:off x="4176887" y="2370011"/>
            <a:ext cx="3124801" cy="360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252000" rtlCol="0" anchor="ctr"/>
          <a:lstStyle/>
          <a:p>
            <a:pPr algn="ctr"/>
            <a:r>
              <a:rPr lang="zh-TW" altLang="en-US" sz="1200" dirty="0" smtClean="0">
                <a:latin typeface="+mj-ea"/>
                <a:ea typeface="+mj-ea"/>
                <a:cs typeface="+mj-cs"/>
              </a:rPr>
              <a:t>执行 </a:t>
            </a:r>
            <a:r>
              <a:rPr lang="en-US" altLang="zh-TW" sz="1200" dirty="0" smtClean="0">
                <a:latin typeface="+mj-lt"/>
                <a:ea typeface="+mj-ea"/>
                <a:cs typeface="+mj-cs"/>
              </a:rPr>
              <a:t>B3_Firmware_Update_Tool_v2.1.exe </a:t>
            </a:r>
            <a:endParaRPr lang="en-US" altLang="zh-TW" sz="1200" dirty="0">
              <a:latin typeface="+mj-lt"/>
              <a:ea typeface="+mj-ea"/>
              <a:cs typeface="+mj-cs"/>
            </a:endParaRPr>
          </a:p>
          <a:p>
            <a:pPr algn="ctr"/>
            <a:endParaRPr lang="en-US" altLang="zh-TW" sz="1200" dirty="0">
              <a:latin typeface="+mj-ea"/>
              <a:ea typeface="+mj-ea"/>
              <a:cs typeface="+mj-cs"/>
            </a:endParaRPr>
          </a:p>
        </p:txBody>
      </p:sp>
      <p:sp>
        <p:nvSpPr>
          <p:cNvPr id="217" name="菱形 216"/>
          <p:cNvSpPr/>
          <p:nvPr/>
        </p:nvSpPr>
        <p:spPr>
          <a:xfrm>
            <a:off x="4270618" y="3581947"/>
            <a:ext cx="2937338" cy="972924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请将</a:t>
            </a:r>
            <a:r>
              <a:rPr lang="en-US" altLang="zh-TW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Mini USB</a:t>
            </a:r>
            <a:r>
              <a:rPr lang="zh-TW" altLang="en-US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通讯线移除再重新连接，查看</a:t>
            </a:r>
            <a:r>
              <a:rPr lang="zh-TW" altLang="en-US" sz="105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面板显示是否正常</a:t>
            </a:r>
            <a:endParaRPr lang="zh-TW" altLang="en-US" sz="105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4" name="文字方塊 199"/>
          <p:cNvSpPr txBox="1"/>
          <p:nvPr/>
        </p:nvSpPr>
        <p:spPr>
          <a:xfrm>
            <a:off x="5752935" y="4556961"/>
            <a:ext cx="596881" cy="13398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200" b="1" kern="100" dirty="0">
                <a:solidFill>
                  <a:srgbClr val="00B0F0"/>
                </a:solidFill>
                <a:effectLst/>
                <a:latin typeface="+mj-ea"/>
                <a:ea typeface="+mj-ea"/>
                <a:cs typeface="+mj-cs"/>
              </a:rPr>
              <a:t>YES</a:t>
            </a:r>
            <a:endParaRPr lang="zh-TW" sz="1200" b="1" kern="100" dirty="0">
              <a:solidFill>
                <a:srgbClr val="00B0F0"/>
              </a:solidFill>
              <a:effectLst/>
              <a:latin typeface="+mj-ea"/>
              <a:ea typeface="+mj-ea"/>
              <a:cs typeface="+mj-cs"/>
            </a:endParaRPr>
          </a:p>
        </p:txBody>
      </p:sp>
      <p:sp>
        <p:nvSpPr>
          <p:cNvPr id="81" name="圓角矩形 80"/>
          <p:cNvSpPr/>
          <p:nvPr/>
        </p:nvSpPr>
        <p:spPr>
          <a:xfrm>
            <a:off x="4358171" y="2975979"/>
            <a:ext cx="2762233" cy="360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bIns="0" rtlCol="0" anchor="ctr"/>
          <a:lstStyle/>
          <a:p>
            <a:pPr algn="ctr"/>
            <a:r>
              <a:rPr lang="zh-TW" altLang="en-US" sz="1200" dirty="0" smtClean="0">
                <a:latin typeface="+mj-ea"/>
              </a:rPr>
              <a:t>选择韧体档案</a:t>
            </a:r>
            <a:r>
              <a:rPr lang="zh-TW" altLang="en-US" sz="1200" dirty="0" smtClean="0">
                <a:latin typeface="+mj-ea"/>
                <a:ea typeface="+mj-ea"/>
                <a:cs typeface="+mj-cs"/>
              </a:rPr>
              <a:t>，进行</a:t>
            </a:r>
            <a:r>
              <a:rPr lang="zh-CN" altLang="en-US" sz="1200" dirty="0" smtClean="0">
                <a:latin typeface="+mj-ea"/>
                <a:ea typeface="+mj-ea"/>
                <a:cs typeface="+mj-cs"/>
              </a:rPr>
              <a:t>烧</a:t>
            </a:r>
            <a:r>
              <a:rPr lang="zh-TW" altLang="en-US" sz="1200" dirty="0" smtClean="0">
                <a:latin typeface="+mj-ea"/>
                <a:ea typeface="+mj-ea"/>
                <a:cs typeface="+mj-cs"/>
              </a:rPr>
              <a:t>录 </a:t>
            </a:r>
            <a:endParaRPr lang="en-US" altLang="zh-TW" sz="1200" dirty="0">
              <a:latin typeface="+mj-ea"/>
              <a:ea typeface="+mj-ea"/>
              <a:cs typeface="+mj-cs"/>
            </a:endParaRPr>
          </a:p>
        </p:txBody>
      </p:sp>
      <p:cxnSp>
        <p:nvCxnSpPr>
          <p:cNvPr id="99" name="直線單箭頭接點 98"/>
          <p:cNvCxnSpPr/>
          <p:nvPr/>
        </p:nvCxnSpPr>
        <p:spPr>
          <a:xfrm flipV="1">
            <a:off x="2677012" y="3201550"/>
            <a:ext cx="0" cy="863797"/>
          </a:xfrm>
          <a:prstGeom prst="straightConnector1">
            <a:avLst/>
          </a:prstGeom>
          <a:ln w="28575">
            <a:solidFill>
              <a:schemeClr val="accent4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endCxn id="58" idx="0"/>
          </p:cNvCxnSpPr>
          <p:nvPr/>
        </p:nvCxnSpPr>
        <p:spPr>
          <a:xfrm>
            <a:off x="5739287" y="1518075"/>
            <a:ext cx="0" cy="245968"/>
          </a:xfrm>
          <a:prstGeom prst="straightConnector1">
            <a:avLst/>
          </a:prstGeom>
          <a:ln w="28575">
            <a:solidFill>
              <a:schemeClr val="accent4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/>
          <p:cNvCxnSpPr/>
          <p:nvPr/>
        </p:nvCxnSpPr>
        <p:spPr>
          <a:xfrm flipH="1" flipV="1">
            <a:off x="2677012" y="4065347"/>
            <a:ext cx="1593606" cy="3062"/>
          </a:xfrm>
          <a:prstGeom prst="straightConnector1">
            <a:avLst/>
          </a:prstGeom>
          <a:ln w="28575" cap="rnd">
            <a:solidFill>
              <a:schemeClr val="accent4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字方塊 199"/>
          <p:cNvSpPr txBox="1"/>
          <p:nvPr/>
        </p:nvSpPr>
        <p:spPr>
          <a:xfrm>
            <a:off x="3890285" y="3759707"/>
            <a:ext cx="596881" cy="41634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1200" b="1" kern="100" dirty="0">
                <a:solidFill>
                  <a:srgbClr val="00B0F0"/>
                </a:solidFill>
                <a:effectLst/>
                <a:latin typeface="+mj-ea"/>
                <a:ea typeface="+mj-ea"/>
                <a:cs typeface="+mj-cs"/>
                <a:hlinkClick r:id="rId3" action="ppaction://hlinksldjump"/>
              </a:rPr>
              <a:t>NO</a:t>
            </a:r>
            <a:endParaRPr lang="zh-TW" sz="1200" b="1" kern="100" dirty="0">
              <a:solidFill>
                <a:srgbClr val="00B0F0"/>
              </a:solidFill>
              <a:effectLst/>
              <a:latin typeface="+mj-ea"/>
              <a:ea typeface="+mj-ea"/>
              <a:cs typeface="+mj-cs"/>
            </a:endParaRPr>
          </a:p>
        </p:txBody>
      </p:sp>
      <p:sp>
        <p:nvSpPr>
          <p:cNvPr id="122" name="圓角矩形 121"/>
          <p:cNvSpPr/>
          <p:nvPr/>
        </p:nvSpPr>
        <p:spPr>
          <a:xfrm>
            <a:off x="4317172" y="4800839"/>
            <a:ext cx="2844231" cy="360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+mj-lt"/>
                <a:ea typeface="+mj-ea"/>
                <a:cs typeface="+mj-cs"/>
              </a:rPr>
              <a:t>P2.008 = 30 </a:t>
            </a:r>
            <a:r>
              <a:rPr lang="zh-TW" altLang="en-US" sz="1200" dirty="0">
                <a:latin typeface="+mj-lt"/>
                <a:ea typeface="+mj-ea"/>
                <a:cs typeface="+mj-cs"/>
              </a:rPr>
              <a:t>、</a:t>
            </a:r>
            <a:r>
              <a:rPr lang="en-US" altLang="zh-TW" sz="1200" dirty="0">
                <a:latin typeface="+mj-lt"/>
                <a:ea typeface="+mj-ea"/>
                <a:cs typeface="+mj-cs"/>
              </a:rPr>
              <a:t> 28 </a:t>
            </a:r>
            <a:r>
              <a:rPr lang="zh-TW" altLang="en-US" sz="1200" dirty="0">
                <a:latin typeface="+mj-lt"/>
                <a:ea typeface="+mj-ea"/>
                <a:cs typeface="+mj-cs"/>
              </a:rPr>
              <a:t>清除</a:t>
            </a:r>
            <a:r>
              <a:rPr lang="en-US" altLang="zh-TW" sz="1200" dirty="0">
                <a:latin typeface="+mj-lt"/>
                <a:ea typeface="+mj-ea"/>
                <a:cs typeface="+mj-cs"/>
                <a:hlinkClick r:id="rId4" action="ppaction://hlinksldjump"/>
              </a:rPr>
              <a:t>AL099</a:t>
            </a:r>
            <a:r>
              <a:rPr lang="en-US" altLang="zh-TW" sz="1200" dirty="0">
                <a:latin typeface="+mj-lt"/>
                <a:ea typeface="+mj-ea"/>
                <a:cs typeface="+mj-cs"/>
              </a:rPr>
              <a:t> </a:t>
            </a:r>
            <a:endParaRPr lang="zh-TW" altLang="en-US" sz="1200" dirty="0">
              <a:latin typeface="+mj-lt"/>
              <a:ea typeface="+mj-ea"/>
              <a:cs typeface="+mj-cs"/>
            </a:endParaRPr>
          </a:p>
        </p:txBody>
      </p:sp>
      <p:sp>
        <p:nvSpPr>
          <p:cNvPr id="53" name="圓角矩形 52"/>
          <p:cNvSpPr/>
          <p:nvPr/>
        </p:nvSpPr>
        <p:spPr>
          <a:xfrm>
            <a:off x="4948408" y="6012773"/>
            <a:ext cx="1581758" cy="360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latin typeface="+mj-ea"/>
                <a:ea typeface="+mj-ea"/>
                <a:cs typeface="+mj-cs"/>
              </a:rPr>
              <a:t>韧体更新成功</a:t>
            </a:r>
            <a:endParaRPr lang="zh-TW" altLang="en-US" sz="1200" dirty="0">
              <a:latin typeface="+mj-ea"/>
              <a:ea typeface="+mj-ea"/>
              <a:cs typeface="+mj-cs"/>
            </a:endParaRPr>
          </a:p>
        </p:txBody>
      </p:sp>
      <p:sp>
        <p:nvSpPr>
          <p:cNvPr id="79" name="圓角矩形 78"/>
          <p:cNvSpPr/>
          <p:nvPr/>
        </p:nvSpPr>
        <p:spPr>
          <a:xfrm>
            <a:off x="1787057" y="2839900"/>
            <a:ext cx="1768635" cy="37043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bIns="0" rtlCol="0" anchor="ctr"/>
          <a:lstStyle/>
          <a:p>
            <a:pPr algn="ctr"/>
            <a:r>
              <a:rPr lang="en-US" altLang="zh-TW" sz="1200" dirty="0" smtClean="0">
                <a:latin typeface="+mj-lt"/>
                <a:ea typeface="+mj-ea"/>
              </a:rPr>
              <a:t>Shift</a:t>
            </a:r>
            <a:r>
              <a:rPr lang="zh-TW" altLang="en-US" sz="1200" dirty="0" smtClean="0">
                <a:latin typeface="+mj-lt"/>
                <a:ea typeface="+mj-ea"/>
              </a:rPr>
              <a:t>键短路方式</a:t>
            </a:r>
            <a:endParaRPr lang="en-US" altLang="zh-TW" sz="1200" dirty="0">
              <a:latin typeface="+mj-lt"/>
              <a:ea typeface="+mj-ea"/>
            </a:endParaRPr>
          </a:p>
        </p:txBody>
      </p:sp>
      <p:cxnSp>
        <p:nvCxnSpPr>
          <p:cNvPr id="88" name="直線單箭頭接點 87"/>
          <p:cNvCxnSpPr/>
          <p:nvPr/>
        </p:nvCxnSpPr>
        <p:spPr>
          <a:xfrm>
            <a:off x="2677012" y="1991192"/>
            <a:ext cx="1494231" cy="1"/>
          </a:xfrm>
          <a:prstGeom prst="straightConnector1">
            <a:avLst/>
          </a:prstGeom>
          <a:ln w="28575">
            <a:solidFill>
              <a:schemeClr val="accent4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圓角矩形圖說文字 32"/>
          <p:cNvSpPr/>
          <p:nvPr/>
        </p:nvSpPr>
        <p:spPr>
          <a:xfrm>
            <a:off x="7522790" y="1840566"/>
            <a:ext cx="452383" cy="289942"/>
          </a:xfrm>
          <a:prstGeom prst="wedgeRoundRectCallout">
            <a:avLst>
              <a:gd name="adj1" fmla="val -71759"/>
              <a:gd name="adj2" fmla="val -31242"/>
              <a:gd name="adj3" fmla="val 1666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 smtClean="0">
                <a:solidFill>
                  <a:sysClr val="windowText" lastClr="000000"/>
                </a:solidFill>
              </a:rPr>
              <a:t>注</a:t>
            </a:r>
            <a:r>
              <a:rPr lang="en-US" altLang="zh-TW" sz="1050" dirty="0" smtClean="0">
                <a:solidFill>
                  <a:sysClr val="windowText" lastClr="000000"/>
                </a:solidFill>
              </a:rPr>
              <a:t>1</a:t>
            </a:r>
            <a:endParaRPr lang="zh-TW" altLang="en-US" sz="1050" dirty="0">
              <a:solidFill>
                <a:sysClr val="windowText" lastClr="000000"/>
              </a:solidFill>
              <a:latin typeface="+mj-ea"/>
            </a:endParaRPr>
          </a:p>
        </p:txBody>
      </p:sp>
      <p:pic>
        <p:nvPicPr>
          <p:cNvPr id="7" name="圖片 6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sp>
        <p:nvSpPr>
          <p:cNvPr id="36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CN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</a:t>
            </a:r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流程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37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录指引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49" name="圓角矩形 48"/>
          <p:cNvSpPr/>
          <p:nvPr/>
        </p:nvSpPr>
        <p:spPr>
          <a:xfrm>
            <a:off x="4948408" y="1158075"/>
            <a:ext cx="1581758" cy="360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latin typeface="+mj-ea"/>
                <a:ea typeface="+mj-ea"/>
                <a:cs typeface="+mj-cs"/>
              </a:rPr>
              <a:t>开始更新韧体</a:t>
            </a:r>
            <a:endParaRPr lang="zh-TW" altLang="en-US" sz="1200" dirty="0">
              <a:latin typeface="+mj-ea"/>
              <a:ea typeface="+mj-ea"/>
              <a:cs typeface="+mj-cs"/>
            </a:endParaRPr>
          </a:p>
        </p:txBody>
      </p:sp>
      <p:sp>
        <p:nvSpPr>
          <p:cNvPr id="58" name="圓角矩形 57"/>
          <p:cNvSpPr/>
          <p:nvPr/>
        </p:nvSpPr>
        <p:spPr>
          <a:xfrm>
            <a:off x="4176887" y="1764043"/>
            <a:ext cx="3124800" cy="360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252000" rtlCol="0" anchor="ctr"/>
          <a:lstStyle/>
          <a:p>
            <a:pPr algn="ctr"/>
            <a:r>
              <a:rPr lang="zh-TW" altLang="en-US" sz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使用</a:t>
            </a:r>
            <a:r>
              <a:rPr lang="en-US" altLang="zh-TW" sz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Mini</a:t>
            </a:r>
            <a:r>
              <a:rPr lang="zh-TW" altLang="en-US" sz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zh-TW" sz="120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USB</a:t>
            </a:r>
            <a:r>
              <a:rPr lang="zh-TW" altLang="en-US" sz="120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通讯线连接计算机与驱动器</a:t>
            </a:r>
            <a:r>
              <a:rPr lang="en-US" altLang="zh-TW" sz="120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endParaRPr lang="en-US" altLang="zh-TW" sz="1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/>
            <a:endParaRPr lang="en-US" altLang="zh-TW" sz="1200" dirty="0">
              <a:latin typeface="+mj-ea"/>
              <a:ea typeface="+mj-ea"/>
              <a:cs typeface="+mj-cs"/>
            </a:endParaRPr>
          </a:p>
        </p:txBody>
      </p:sp>
      <p:cxnSp>
        <p:nvCxnSpPr>
          <p:cNvPr id="71" name="直線單箭頭接點 70"/>
          <p:cNvCxnSpPr>
            <a:stCxn id="79" idx="0"/>
          </p:cNvCxnSpPr>
          <p:nvPr/>
        </p:nvCxnSpPr>
        <p:spPr>
          <a:xfrm flipH="1" flipV="1">
            <a:off x="2671368" y="1991192"/>
            <a:ext cx="7" cy="848708"/>
          </a:xfrm>
          <a:prstGeom prst="straightConnector1">
            <a:avLst/>
          </a:prstGeom>
          <a:ln w="28575" cap="rnd">
            <a:solidFill>
              <a:schemeClr val="accent4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圓角矩形圖說文字 85"/>
          <p:cNvSpPr/>
          <p:nvPr/>
        </p:nvSpPr>
        <p:spPr>
          <a:xfrm>
            <a:off x="7469349" y="3724413"/>
            <a:ext cx="439745" cy="289872"/>
          </a:xfrm>
          <a:prstGeom prst="wedgeRoundRectCallout">
            <a:avLst>
              <a:gd name="adj1" fmla="val -62635"/>
              <a:gd name="adj2" fmla="val 33490"/>
              <a:gd name="adj3" fmla="val 1666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 smtClean="0">
                <a:solidFill>
                  <a:sysClr val="windowText" lastClr="000000"/>
                </a:solidFill>
              </a:rPr>
              <a:t>注</a:t>
            </a:r>
            <a:r>
              <a:rPr lang="en-US" altLang="zh-TW" sz="1050" dirty="0" smtClean="0">
                <a:solidFill>
                  <a:sysClr val="windowText" lastClr="000000"/>
                </a:solidFill>
              </a:rPr>
              <a:t>1</a:t>
            </a:r>
            <a:endParaRPr lang="zh-TW" altLang="en-US" sz="1050" dirty="0">
              <a:solidFill>
                <a:sysClr val="windowText" lastClr="000000"/>
              </a:solidFill>
              <a:latin typeface="+mj-ea"/>
            </a:endParaRPr>
          </a:p>
        </p:txBody>
      </p:sp>
      <p:cxnSp>
        <p:nvCxnSpPr>
          <p:cNvPr id="89" name="直線單箭頭接點 88"/>
          <p:cNvCxnSpPr/>
          <p:nvPr/>
        </p:nvCxnSpPr>
        <p:spPr>
          <a:xfrm>
            <a:off x="5739286" y="2130508"/>
            <a:ext cx="1" cy="245968"/>
          </a:xfrm>
          <a:prstGeom prst="straightConnector1">
            <a:avLst/>
          </a:prstGeom>
          <a:ln w="28575">
            <a:solidFill>
              <a:schemeClr val="accent4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>
            <a:off x="5739285" y="2730010"/>
            <a:ext cx="1" cy="245968"/>
          </a:xfrm>
          <a:prstGeom prst="straightConnector1">
            <a:avLst/>
          </a:prstGeom>
          <a:ln w="28575">
            <a:solidFill>
              <a:schemeClr val="accent4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>
            <a:off x="5739285" y="3335978"/>
            <a:ext cx="1" cy="245968"/>
          </a:xfrm>
          <a:prstGeom prst="straightConnector1">
            <a:avLst/>
          </a:prstGeom>
          <a:ln w="28575">
            <a:solidFill>
              <a:schemeClr val="accent4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/>
          <p:nvPr/>
        </p:nvCxnSpPr>
        <p:spPr>
          <a:xfrm>
            <a:off x="5739285" y="4556917"/>
            <a:ext cx="1" cy="245968"/>
          </a:xfrm>
          <a:prstGeom prst="straightConnector1">
            <a:avLst/>
          </a:prstGeom>
          <a:ln w="28575">
            <a:solidFill>
              <a:schemeClr val="accent4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58879" y="5434591"/>
            <a:ext cx="41465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注：</a:t>
            </a:r>
            <a:endParaRPr lang="en-US" altLang="zh-TW" sz="1000" dirty="0">
              <a:solidFill>
                <a:sysClr val="windowText" lastClr="00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US" altLang="zh-TW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</a:t>
            </a:r>
            <a:r>
              <a:rPr lang="zh-TW" altLang="en-US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：刻录过程皆使用</a:t>
            </a:r>
            <a:r>
              <a:rPr lang="en-US" altLang="zh-TW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Mini USB</a:t>
            </a:r>
            <a:r>
              <a:rPr lang="zh-TW" altLang="en-US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供电，故不使用隔离器。</a:t>
            </a:r>
            <a:endParaRPr lang="en-US" altLang="zh-TW" sz="1000" dirty="0">
              <a:solidFill>
                <a:sysClr val="windowText" lastClr="00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182563" indent="-182563"/>
            <a:r>
              <a:rPr lang="en-US" altLang="zh-TW" sz="1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</a:t>
            </a:r>
            <a:r>
              <a:rPr lang="zh-TW" altLang="en-US" sz="100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：</a:t>
            </a:r>
            <a:r>
              <a:rPr lang="zh-TW" altLang="en-US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驱动器接上</a:t>
            </a:r>
            <a:r>
              <a:rPr lang="en-US" altLang="zh-TW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USB</a:t>
            </a:r>
            <a:r>
              <a:rPr lang="zh-TW" altLang="en-US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时</a:t>
            </a:r>
            <a:r>
              <a:rPr lang="zh-TW" altLang="en-US" sz="1000" b="1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立即</a:t>
            </a:r>
            <a:r>
              <a:rPr lang="zh-TW" altLang="en-US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按着</a:t>
            </a:r>
            <a:r>
              <a:rPr lang="en-US" altLang="zh-TW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Shift</a:t>
            </a:r>
            <a:r>
              <a:rPr lang="zh-TW" altLang="en-US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键，直到面板显示</a:t>
            </a:r>
            <a:r>
              <a:rPr lang="en-US" altLang="zh-TW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-</a:t>
            </a:r>
            <a:r>
              <a:rPr lang="en-US" altLang="zh-TW" sz="1000" dirty="0" err="1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dFU</a:t>
            </a:r>
            <a:r>
              <a:rPr lang="en-US" altLang="zh-TW" sz="10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注意</a:t>
            </a:r>
            <a:r>
              <a:rPr lang="zh-TW" altLang="en-US" sz="1000" b="1" dirty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： </a:t>
            </a:r>
            <a:r>
              <a:rPr lang="en-US" altLang="zh-TW" sz="1000" b="1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B3</a:t>
            </a:r>
            <a:r>
              <a:rPr lang="zh-TW" altLang="en-US" sz="1000" b="1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全系列皆不</a:t>
            </a:r>
            <a:r>
              <a:rPr lang="zh-TW" altLang="en-US" sz="1000" b="1" dirty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支援</a:t>
            </a:r>
            <a:r>
              <a:rPr lang="en-US" altLang="zh-TW" sz="1000" b="1" dirty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CN1 </a:t>
            </a:r>
            <a:r>
              <a:rPr lang="zh-TW" altLang="en-US" sz="1000" b="1" dirty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短路</a:t>
            </a:r>
            <a:r>
              <a:rPr lang="en-US" altLang="zh-TW" sz="1000" b="1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PIN</a:t>
            </a:r>
            <a:r>
              <a:rPr lang="zh-TW" altLang="en-US" sz="1000" b="1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。</a:t>
            </a:r>
            <a:endParaRPr lang="zh-TW" altLang="en-US" sz="1000" b="1" dirty="0">
              <a:solidFill>
                <a:sysClr val="windowText" lastClr="00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95" name="直線單箭頭接點 94"/>
          <p:cNvCxnSpPr/>
          <p:nvPr/>
        </p:nvCxnSpPr>
        <p:spPr>
          <a:xfrm>
            <a:off x="5739285" y="5149513"/>
            <a:ext cx="1" cy="245968"/>
          </a:xfrm>
          <a:prstGeom prst="straightConnector1">
            <a:avLst/>
          </a:prstGeom>
          <a:ln w="28575">
            <a:solidFill>
              <a:schemeClr val="accent4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>
            <a:off x="5739285" y="5792493"/>
            <a:ext cx="1" cy="245968"/>
          </a:xfrm>
          <a:prstGeom prst="straightConnector1">
            <a:avLst/>
          </a:prstGeom>
          <a:ln w="28575">
            <a:solidFill>
              <a:schemeClr val="accent4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圓角矩形圖說文字 40"/>
          <p:cNvSpPr/>
          <p:nvPr/>
        </p:nvSpPr>
        <p:spPr>
          <a:xfrm>
            <a:off x="1407371" y="2362628"/>
            <a:ext cx="670891" cy="288986"/>
          </a:xfrm>
          <a:prstGeom prst="wedgeRoundRectCallout">
            <a:avLst>
              <a:gd name="adj1" fmla="val 40248"/>
              <a:gd name="adj2" fmla="val 91541"/>
              <a:gd name="adj3" fmla="val 1666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注</a:t>
            </a:r>
            <a:r>
              <a:rPr lang="en-US" altLang="zh-TW" sz="105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</a:t>
            </a:r>
            <a:r>
              <a:rPr lang="zh-TW" altLang="en-US" sz="1050" dirty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，</a:t>
            </a:r>
            <a:r>
              <a:rPr lang="en-US" altLang="zh-TW" sz="1050" dirty="0">
                <a:solidFill>
                  <a:sysClr val="windowText" lastClr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</a:t>
            </a:r>
            <a:endParaRPr lang="zh-TW" altLang="en-US" sz="10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圓角矩形圖說文字 47"/>
          <p:cNvSpPr/>
          <p:nvPr/>
        </p:nvSpPr>
        <p:spPr>
          <a:xfrm>
            <a:off x="7467444" y="5502621"/>
            <a:ext cx="439745" cy="289872"/>
          </a:xfrm>
          <a:prstGeom prst="wedgeRoundRectCallout">
            <a:avLst>
              <a:gd name="adj1" fmla="val -66967"/>
              <a:gd name="adj2" fmla="val 3917"/>
              <a:gd name="adj3" fmla="val 1666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 smtClean="0">
                <a:solidFill>
                  <a:sysClr val="windowText" lastClr="000000"/>
                </a:solidFill>
              </a:rPr>
              <a:t>注</a:t>
            </a:r>
            <a:r>
              <a:rPr lang="en-US" altLang="zh-TW" sz="1050" dirty="0" smtClean="0">
                <a:solidFill>
                  <a:sysClr val="windowText" lastClr="000000"/>
                </a:solidFill>
              </a:rPr>
              <a:t>1</a:t>
            </a:r>
            <a:endParaRPr lang="zh-TW" altLang="en-US" sz="1050" dirty="0">
              <a:solidFill>
                <a:sysClr val="windowText" lastClr="00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330141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86" grpId="0" animBg="1"/>
      <p:bldP spid="41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68" y="3493259"/>
            <a:ext cx="7761460" cy="2474668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630665" y="1065216"/>
            <a:ext cx="730365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ts val="1200"/>
              </a:spcBef>
            </a:pPr>
            <a:r>
              <a:rPr lang="zh-TW" altLang="en-US" sz="2000" dirty="0" smtClean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rPr>
              <a:t>使用通讯线连接计算机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USB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与驱动器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CN4</a:t>
            </a:r>
            <a:r>
              <a:rPr lang="zh-TW" altLang="en-US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接口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不使用隔离器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lang="en-US" altLang="zh-TW" sz="2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zh-TW" altLang="en-US" sz="2000" dirty="0" smtClean="0">
                <a:latin typeface="+mn-lt"/>
                <a:ea typeface="+mn-ea"/>
                <a:cs typeface="Arial" panose="020B0604020202020204" pitchFamily="34" charset="0"/>
              </a:rPr>
              <a:t>开启 </a:t>
            </a:r>
            <a:r>
              <a:rPr lang="en-US" altLang="zh-TW" sz="2000" b="1" dirty="0" smtClean="0">
                <a:latin typeface="+mn-lt"/>
                <a:ea typeface="+mn-ea"/>
                <a:cs typeface="Arial" panose="020B0604020202020204" pitchFamily="34" charset="0"/>
              </a:rPr>
              <a:t>B3_Firmware_Update_Tool_v2.1.exe</a:t>
            </a:r>
            <a:r>
              <a:rPr lang="zh-TW" altLang="en-US" sz="2000" dirty="0" smtClean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rPr>
              <a:t>韧</a:t>
            </a:r>
            <a:r>
              <a:rPr lang="zh-TW" altLang="en-US" sz="2000" dirty="0" smtClean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rPr>
              <a:t>体</a:t>
            </a:r>
            <a:r>
              <a:rPr lang="zh-CN" altLang="en-US" sz="2000" dirty="0" smtClean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rPr>
              <a:t>烧</a:t>
            </a:r>
            <a:r>
              <a:rPr lang="zh-TW" altLang="en-US" sz="2000" dirty="0" smtClean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rPr>
              <a:t>录</a:t>
            </a:r>
            <a:r>
              <a:rPr lang="zh-TW" altLang="en-US" sz="2000" dirty="0" smtClean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rPr>
              <a:t>工具</a:t>
            </a:r>
            <a:endParaRPr lang="en-US" altLang="zh-TW" sz="2000" dirty="0">
              <a:latin typeface="+mn-lt"/>
              <a:ea typeface="+mn-ea"/>
              <a:cs typeface="Arial" panose="020B0604020202020204" pitchFamily="34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zh-TW" altLang="en-US" sz="2000" dirty="0" smtClean="0">
                <a:latin typeface="+mn-lt"/>
                <a:ea typeface="+mn-ea"/>
                <a:cs typeface="Arial" panose="020B0604020202020204" pitchFamily="34" charset="0"/>
              </a:rPr>
              <a:t>点击下图中的文件夹图示，</a:t>
            </a:r>
            <a:r>
              <a:rPr lang="zh-TW" altLang="en-US" sz="2000" dirty="0" smtClean="0">
                <a:latin typeface="+mn-lt"/>
                <a:ea typeface="+mn-ea"/>
              </a:rPr>
              <a:t>选择欲</a:t>
            </a:r>
            <a:r>
              <a:rPr lang="zh-CN" altLang="en-US" sz="2000" dirty="0" smtClean="0">
                <a:latin typeface="+mn-lt"/>
                <a:ea typeface="+mn-ea"/>
              </a:rPr>
              <a:t>烧</a:t>
            </a:r>
            <a:r>
              <a:rPr lang="zh-TW" altLang="en-US" sz="2000" dirty="0" smtClean="0">
                <a:latin typeface="+mn-lt"/>
                <a:ea typeface="+mn-ea"/>
              </a:rPr>
              <a:t>录的韧体档案</a:t>
            </a:r>
            <a:endParaRPr lang="en-US" altLang="zh-TW" sz="2000" b="1" dirty="0">
              <a:solidFill>
                <a:srgbClr val="FF0000"/>
              </a:solidFill>
              <a:latin typeface="+mn-lt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1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zh-TW" altLang="en-US" b="1" dirty="0" smtClean="0"/>
              <a:t>韧体更新</a:t>
            </a:r>
            <a:endParaRPr lang="en-US" altLang="zh-TW" b="1" dirty="0"/>
          </a:p>
        </p:txBody>
      </p:sp>
      <p:grpSp>
        <p:nvGrpSpPr>
          <p:cNvPr id="14" name="群組 3"/>
          <p:cNvGrpSpPr/>
          <p:nvPr/>
        </p:nvGrpSpPr>
        <p:grpSpPr>
          <a:xfrm rot="20535042">
            <a:off x="1677966" y="4406892"/>
            <a:ext cx="736790" cy="894797"/>
            <a:chOff x="4828123" y="1042344"/>
            <a:chExt cx="552965" cy="634056"/>
          </a:xfrm>
        </p:grpSpPr>
        <p:pic>
          <p:nvPicPr>
            <p:cNvPr id="15" name="Picture 2" descr="C:\Users\FENGPIN.HSU\Desktop\01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544" b="94883" l="0" r="94942">
                          <a14:foregroundMark x1="18288" y1="36887" x2="29183" y2="36247"/>
                          <a14:foregroundMark x1="57198" y1="78252" x2="75486" y2="70149"/>
                          <a14:foregroundMark x1="40078" y1="94883" x2="40078" y2="94883"/>
                          <a14:foregroundMark x1="1167" y1="68230" x2="1167" y2="68230"/>
                          <a14:foregroundMark x1="76654" y1="36887" x2="76654" y2="36887"/>
                          <a14:foregroundMark x1="64591" y1="18124" x2="64591" y2="18124"/>
                          <a14:foregroundMark x1="90272" y1="10874" x2="90272" y2="10874"/>
                          <a14:foregroundMark x1="94942" y1="5544" x2="94942" y2="55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41"/>
            <a:stretch/>
          </p:blipFill>
          <p:spPr bwMode="auto">
            <a:xfrm>
              <a:off x="4956511" y="1133903"/>
              <a:ext cx="424577" cy="542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群組 5"/>
            <p:cNvGrpSpPr/>
            <p:nvPr/>
          </p:nvGrpSpPr>
          <p:grpSpPr>
            <a:xfrm>
              <a:off x="4828123" y="1042344"/>
              <a:ext cx="254746" cy="247436"/>
              <a:chOff x="-6985" y="304800"/>
              <a:chExt cx="469582" cy="457200"/>
            </a:xfrm>
          </p:grpSpPr>
          <p:sp>
            <p:nvSpPr>
              <p:cNvPr id="17" name="橢圓 6"/>
              <p:cNvSpPr/>
              <p:nvPr/>
            </p:nvSpPr>
            <p:spPr>
              <a:xfrm>
                <a:off x="-6985" y="304800"/>
                <a:ext cx="469582" cy="457200"/>
              </a:xfrm>
              <a:prstGeom prst="ellipse">
                <a:avLst/>
              </a:prstGeom>
              <a:solidFill>
                <a:srgbClr val="FF0000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7"/>
              <p:cNvSpPr/>
              <p:nvPr/>
            </p:nvSpPr>
            <p:spPr>
              <a:xfrm>
                <a:off x="71676" y="379537"/>
                <a:ext cx="305410" cy="297355"/>
              </a:xfrm>
              <a:prstGeom prst="ellipse">
                <a:avLst/>
              </a:prstGeom>
              <a:solidFill>
                <a:srgbClr val="FF0000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pic>
        <p:nvPicPr>
          <p:cNvPr id="19" name="圖片 18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sp>
        <p:nvSpPr>
          <p:cNvPr id="20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韧体更新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21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录指引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407038" y="1311191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1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407038" y="1912782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2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407038" y="2514374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3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34324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310" y="4255713"/>
            <a:ext cx="5953125" cy="192405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150" y="1566243"/>
            <a:ext cx="5924550" cy="1895475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69310" y="1051890"/>
            <a:ext cx="78989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点击红框内    图示后，韧体</a:t>
            </a:r>
            <a:r>
              <a:rPr lang="zh-CN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烧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录工具即自动选择对应的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COM </a:t>
            </a:r>
            <a:r>
              <a:rPr lang="en-US" altLang="zh-TW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port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369310" y="3758808"/>
            <a:ext cx="78897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点击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Flash 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按钮，开始</a:t>
            </a:r>
            <a:r>
              <a:rPr lang="zh-CN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烧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录</a:t>
            </a:r>
            <a:endParaRPr lang="zh-TW" altLang="en-US" sz="2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zh-TW" altLang="en-US" b="1" dirty="0" smtClean="0"/>
              <a:t>韧体更新</a:t>
            </a:r>
            <a:endParaRPr lang="en-US" altLang="zh-TW" b="1" dirty="0"/>
          </a:p>
        </p:txBody>
      </p:sp>
      <p:sp>
        <p:nvSpPr>
          <p:cNvPr id="8" name="矩形 7"/>
          <p:cNvSpPr/>
          <p:nvPr/>
        </p:nvSpPr>
        <p:spPr>
          <a:xfrm>
            <a:off x="5304652" y="2661284"/>
            <a:ext cx="372754" cy="3101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3"/>
          <p:cNvGrpSpPr/>
          <p:nvPr/>
        </p:nvGrpSpPr>
        <p:grpSpPr>
          <a:xfrm rot="20535042">
            <a:off x="5587262" y="2722030"/>
            <a:ext cx="613889" cy="727191"/>
            <a:chOff x="4828123" y="1042344"/>
            <a:chExt cx="552965" cy="634056"/>
          </a:xfrm>
        </p:grpSpPr>
        <p:pic>
          <p:nvPicPr>
            <p:cNvPr id="17" name="Picture 2" descr="C:\Users\FENGPIN.HSU\Desktop\01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544" b="94883" l="0" r="94942">
                          <a14:foregroundMark x1="18288" y1="36887" x2="29183" y2="36247"/>
                          <a14:foregroundMark x1="57198" y1="78252" x2="75486" y2="70149"/>
                          <a14:foregroundMark x1="40078" y1="94883" x2="40078" y2="94883"/>
                          <a14:foregroundMark x1="1167" y1="68230" x2="1167" y2="68230"/>
                          <a14:foregroundMark x1="76654" y1="36887" x2="76654" y2="36887"/>
                          <a14:foregroundMark x1="64591" y1="18124" x2="64591" y2="18124"/>
                          <a14:foregroundMark x1="90272" y1="10874" x2="90272" y2="10874"/>
                          <a14:foregroundMark x1="94942" y1="5544" x2="94942" y2="55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41"/>
            <a:stretch/>
          </p:blipFill>
          <p:spPr bwMode="auto">
            <a:xfrm>
              <a:off x="4956511" y="1133903"/>
              <a:ext cx="424577" cy="542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8" name="群組 5"/>
            <p:cNvGrpSpPr/>
            <p:nvPr/>
          </p:nvGrpSpPr>
          <p:grpSpPr>
            <a:xfrm>
              <a:off x="4828123" y="1042344"/>
              <a:ext cx="254746" cy="247436"/>
              <a:chOff x="-6985" y="304800"/>
              <a:chExt cx="469582" cy="457200"/>
            </a:xfrm>
          </p:grpSpPr>
          <p:sp>
            <p:nvSpPr>
              <p:cNvPr id="19" name="橢圓 6"/>
              <p:cNvSpPr/>
              <p:nvPr/>
            </p:nvSpPr>
            <p:spPr>
              <a:xfrm>
                <a:off x="-6985" y="304800"/>
                <a:ext cx="469582" cy="457200"/>
              </a:xfrm>
              <a:prstGeom prst="ellipse">
                <a:avLst/>
              </a:prstGeom>
              <a:solidFill>
                <a:srgbClr val="FF0000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橢圓 7"/>
              <p:cNvSpPr/>
              <p:nvPr/>
            </p:nvSpPr>
            <p:spPr>
              <a:xfrm>
                <a:off x="71676" y="379537"/>
                <a:ext cx="305410" cy="297355"/>
              </a:xfrm>
              <a:prstGeom prst="ellipse">
                <a:avLst/>
              </a:prstGeom>
              <a:solidFill>
                <a:srgbClr val="FF0000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2441222" y="4882611"/>
            <a:ext cx="3130484" cy="5152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2" name="群組 3"/>
          <p:cNvGrpSpPr/>
          <p:nvPr/>
        </p:nvGrpSpPr>
        <p:grpSpPr>
          <a:xfrm rot="20535042">
            <a:off x="4753086" y="4991471"/>
            <a:ext cx="613889" cy="727191"/>
            <a:chOff x="4828123" y="1042344"/>
            <a:chExt cx="552965" cy="634056"/>
          </a:xfrm>
        </p:grpSpPr>
        <p:pic>
          <p:nvPicPr>
            <p:cNvPr id="23" name="Picture 2" descr="C:\Users\FENGPIN.HSU\Desktop\01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544" b="94883" l="0" r="94942">
                          <a14:foregroundMark x1="18288" y1="36887" x2="29183" y2="36247"/>
                          <a14:foregroundMark x1="57198" y1="78252" x2="75486" y2="70149"/>
                          <a14:foregroundMark x1="40078" y1="94883" x2="40078" y2="94883"/>
                          <a14:foregroundMark x1="1167" y1="68230" x2="1167" y2="68230"/>
                          <a14:foregroundMark x1="76654" y1="36887" x2="76654" y2="36887"/>
                          <a14:foregroundMark x1="64591" y1="18124" x2="64591" y2="18124"/>
                          <a14:foregroundMark x1="90272" y1="10874" x2="90272" y2="10874"/>
                          <a14:foregroundMark x1="94942" y1="5544" x2="94942" y2="55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41"/>
            <a:stretch/>
          </p:blipFill>
          <p:spPr bwMode="auto">
            <a:xfrm>
              <a:off x="4956511" y="1133903"/>
              <a:ext cx="424577" cy="542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" name="群組 5"/>
            <p:cNvGrpSpPr/>
            <p:nvPr/>
          </p:nvGrpSpPr>
          <p:grpSpPr>
            <a:xfrm>
              <a:off x="4828123" y="1042344"/>
              <a:ext cx="254746" cy="247436"/>
              <a:chOff x="-6985" y="304800"/>
              <a:chExt cx="469582" cy="457200"/>
            </a:xfrm>
          </p:grpSpPr>
          <p:sp>
            <p:nvSpPr>
              <p:cNvPr id="25" name="橢圓 6"/>
              <p:cNvSpPr/>
              <p:nvPr/>
            </p:nvSpPr>
            <p:spPr>
              <a:xfrm>
                <a:off x="-6985" y="304800"/>
                <a:ext cx="469582" cy="457200"/>
              </a:xfrm>
              <a:prstGeom prst="ellipse">
                <a:avLst/>
              </a:prstGeom>
              <a:solidFill>
                <a:srgbClr val="FF0000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橢圓 7"/>
              <p:cNvSpPr/>
              <p:nvPr/>
            </p:nvSpPr>
            <p:spPr>
              <a:xfrm>
                <a:off x="71676" y="379537"/>
                <a:ext cx="305410" cy="297355"/>
              </a:xfrm>
              <a:prstGeom prst="ellipse">
                <a:avLst/>
              </a:prstGeom>
              <a:solidFill>
                <a:srgbClr val="FF0000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pic>
        <p:nvPicPr>
          <p:cNvPr id="27" name="圖片 26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sp>
        <p:nvSpPr>
          <p:cNvPr id="29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韧体更新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30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录指引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163209" y="1076358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</a:t>
            </a:r>
            <a:r>
              <a:rPr lang="en-US" altLang="zh-TW" dirty="0" smtClean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4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31" name="圓角矩形 30"/>
          <p:cNvSpPr/>
          <p:nvPr/>
        </p:nvSpPr>
        <p:spPr>
          <a:xfrm>
            <a:off x="163209" y="3806979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</a:t>
            </a:r>
            <a:r>
              <a:rPr lang="en-US" altLang="zh-TW" dirty="0" smtClean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5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39351" y="1113359"/>
            <a:ext cx="238799" cy="2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1859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54" y="1830640"/>
            <a:ext cx="5934075" cy="2219325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73826" y="1197030"/>
            <a:ext cx="87852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于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Update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OK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窗口点击确定，完成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烧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录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473823" y="4197613"/>
            <a:ext cx="8469596" cy="2416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89013" indent="-989013" eaLnBrk="1" hangingPunct="1">
              <a:lnSpc>
                <a:spcPct val="150000"/>
              </a:lnSpc>
            </a:pP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移除</a:t>
            </a:r>
            <a:r>
              <a:rPr lang="en-US" altLang="zh-TW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Mini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USB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通讯线并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重新连接，此时请确认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P0.000 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与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P5.000 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版本号是否正确。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注</a:t>
            </a: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endParaRPr lang="en-US" altLang="zh-TW" sz="16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若面板显示</a:t>
            </a:r>
            <a:r>
              <a:rPr lang="en-US" altLang="zh-TW" sz="16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AL099</a:t>
            </a: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请参照补充事项中之“</a:t>
            </a:r>
            <a:r>
              <a:rPr lang="zh-TW" altLang="en-US" sz="16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4" action="ppaction://hlinksldjump"/>
              </a:rPr>
              <a:t>异警排除</a:t>
            </a: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”</a:t>
            </a:r>
            <a:endParaRPr lang="en-US" altLang="zh-TW" sz="16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若画面黑屏，请依照</a:t>
            </a: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5" action="ppaction://hlinksldjump"/>
              </a:rPr>
              <a:t>黑屏后</a:t>
            </a:r>
            <a:r>
              <a:rPr lang="en-US" altLang="zh-TW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5" action="ppaction://hlinksldjump"/>
              </a:rPr>
              <a:t>_</a:t>
            </a: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5" action="ppaction://hlinksldjump"/>
              </a:rPr>
              <a:t>韧体更新</a:t>
            </a: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流程重新进行</a:t>
            </a:r>
            <a:r>
              <a:rPr lang="zh-CN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烧</a:t>
            </a: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录</a:t>
            </a:r>
          </a:p>
          <a:p>
            <a:endParaRPr lang="zh-TW" altLang="en-US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zh-TW" altLang="en-US" b="1" dirty="0" smtClean="0"/>
              <a:t>韧体更新</a:t>
            </a:r>
            <a:endParaRPr lang="en-US" altLang="zh-TW" b="1" dirty="0"/>
          </a:p>
        </p:txBody>
      </p:sp>
      <p:sp>
        <p:nvSpPr>
          <p:cNvPr id="8" name="矩形 7"/>
          <p:cNvSpPr/>
          <p:nvPr/>
        </p:nvSpPr>
        <p:spPr>
          <a:xfrm>
            <a:off x="4093937" y="2308872"/>
            <a:ext cx="1592488" cy="1542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" name="群組 3"/>
          <p:cNvGrpSpPr/>
          <p:nvPr/>
        </p:nvGrpSpPr>
        <p:grpSpPr>
          <a:xfrm rot="20535042">
            <a:off x="5252527" y="3487479"/>
            <a:ext cx="613889" cy="727191"/>
            <a:chOff x="4828123" y="1042344"/>
            <a:chExt cx="552965" cy="634056"/>
          </a:xfrm>
        </p:grpSpPr>
        <p:pic>
          <p:nvPicPr>
            <p:cNvPr id="13" name="Picture 2" descr="C:\Users\FENGPIN.HSU\Desktop\01.jp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5544" b="94883" l="0" r="94942">
                          <a14:foregroundMark x1="18288" y1="36887" x2="29183" y2="36247"/>
                          <a14:foregroundMark x1="57198" y1="78252" x2="75486" y2="70149"/>
                          <a14:foregroundMark x1="40078" y1="94883" x2="40078" y2="94883"/>
                          <a14:foregroundMark x1="1167" y1="68230" x2="1167" y2="68230"/>
                          <a14:foregroundMark x1="76654" y1="36887" x2="76654" y2="36887"/>
                          <a14:foregroundMark x1="64591" y1="18124" x2="64591" y2="18124"/>
                          <a14:foregroundMark x1="90272" y1="10874" x2="90272" y2="10874"/>
                          <a14:foregroundMark x1="94942" y1="5544" x2="94942" y2="55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41"/>
            <a:stretch/>
          </p:blipFill>
          <p:spPr bwMode="auto">
            <a:xfrm>
              <a:off x="4956511" y="1133903"/>
              <a:ext cx="424577" cy="542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5" name="群組 5"/>
            <p:cNvGrpSpPr/>
            <p:nvPr/>
          </p:nvGrpSpPr>
          <p:grpSpPr>
            <a:xfrm>
              <a:off x="4828123" y="1042344"/>
              <a:ext cx="254746" cy="247436"/>
              <a:chOff x="-6985" y="304800"/>
              <a:chExt cx="469582" cy="457200"/>
            </a:xfrm>
          </p:grpSpPr>
          <p:sp>
            <p:nvSpPr>
              <p:cNvPr id="16" name="橢圓 6"/>
              <p:cNvSpPr/>
              <p:nvPr/>
            </p:nvSpPr>
            <p:spPr>
              <a:xfrm>
                <a:off x="-6985" y="304800"/>
                <a:ext cx="469582" cy="457200"/>
              </a:xfrm>
              <a:prstGeom prst="ellipse">
                <a:avLst/>
              </a:prstGeom>
              <a:solidFill>
                <a:srgbClr val="FF0000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橢圓 7"/>
              <p:cNvSpPr/>
              <p:nvPr/>
            </p:nvSpPr>
            <p:spPr>
              <a:xfrm>
                <a:off x="71676" y="379537"/>
                <a:ext cx="305410" cy="297355"/>
              </a:xfrm>
              <a:prstGeom prst="ellipse">
                <a:avLst/>
              </a:prstGeom>
              <a:solidFill>
                <a:srgbClr val="FF0000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pic>
        <p:nvPicPr>
          <p:cNvPr id="18" name="圖片 17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sp>
        <p:nvSpPr>
          <p:cNvPr id="19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韧体更新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20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录指引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21" name="圓角矩形 20"/>
          <p:cNvSpPr/>
          <p:nvPr/>
        </p:nvSpPr>
        <p:spPr>
          <a:xfrm>
            <a:off x="260389" y="1197030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6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260389" y="4291685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7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3474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0479" y="1157698"/>
            <a:ext cx="8667915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ts val="1200"/>
              </a:spcBef>
            </a:pPr>
            <a:r>
              <a:rPr lang="en-US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	    </a:t>
            </a: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请将伺服驱动器断电</a:t>
            </a:r>
            <a:r>
              <a:rPr lang="en-US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请移除</a:t>
            </a:r>
            <a:r>
              <a:rPr lang="en-US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Mini USB</a:t>
            </a: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通讯线</a:t>
            </a:r>
            <a:r>
              <a:rPr lang="en-US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)</a:t>
            </a:r>
          </a:p>
          <a:p>
            <a:pPr lvl="1" eaLnBrk="1" hangingPunct="1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        </a:t>
            </a:r>
            <a:r>
              <a:rPr lang="zh-TW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请接上</a:t>
            </a:r>
            <a:r>
              <a:rPr lang="en-US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Mini USB</a:t>
            </a: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通讯线后</a:t>
            </a:r>
            <a:r>
              <a:rPr lang="zh-TW" altLang="en-US" sz="2000" b="1" dirty="0" smtClean="0">
                <a:latin typeface="+mj-lt"/>
                <a:ea typeface="+mj-ea"/>
                <a:cs typeface="Arial" panose="020B0604020202020204" pitchFamily="34" charset="0"/>
              </a:rPr>
              <a:t>立即</a:t>
            </a:r>
            <a:r>
              <a:rPr lang="zh-TW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长按</a:t>
            </a:r>
            <a:r>
              <a:rPr lang="en-US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Shift</a:t>
            </a:r>
            <a:r>
              <a:rPr lang="zh-TW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键</a:t>
            </a: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，直到面板显示</a:t>
            </a:r>
            <a:r>
              <a:rPr lang="en-US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-</a:t>
            </a:r>
            <a:r>
              <a:rPr lang="en-US" altLang="zh-TW" sz="2000" dirty="0" err="1" smtClean="0">
                <a:latin typeface="+mj-lt"/>
                <a:ea typeface="+mj-ea"/>
                <a:cs typeface="Arial" panose="020B0604020202020204" pitchFamily="34" charset="0"/>
              </a:rPr>
              <a:t>dFU</a:t>
            </a:r>
            <a:r>
              <a:rPr lang="en-US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-</a:t>
            </a:r>
            <a:endParaRPr lang="en-US" altLang="zh-TW" sz="2000" dirty="0">
              <a:latin typeface="+mj-lt"/>
              <a:ea typeface="+mj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000" dirty="0">
              <a:latin typeface="+mj-lt"/>
              <a:ea typeface="+mj-ea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TW" altLang="en-US" sz="2000" dirty="0">
                <a:latin typeface="+mj-lt"/>
                <a:ea typeface="+mj-ea"/>
                <a:cs typeface="Arial" panose="020B0604020202020204" pitchFamily="34" charset="0"/>
              </a:rPr>
              <a:t>注意： </a:t>
            </a:r>
            <a:r>
              <a:rPr lang="en-US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B3</a:t>
            </a: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全系列皆不</a:t>
            </a:r>
            <a:r>
              <a:rPr lang="zh-TW" altLang="en-US" sz="2000" dirty="0">
                <a:latin typeface="+mj-lt"/>
                <a:ea typeface="+mj-ea"/>
                <a:cs typeface="Arial" panose="020B0604020202020204" pitchFamily="34" charset="0"/>
              </a:rPr>
              <a:t>支援</a:t>
            </a:r>
            <a:r>
              <a:rPr lang="en-US" altLang="zh-TW" sz="2000" dirty="0">
                <a:latin typeface="+mj-lt"/>
                <a:ea typeface="+mj-ea"/>
                <a:cs typeface="Arial" panose="020B0604020202020204" pitchFamily="34" charset="0"/>
              </a:rPr>
              <a:t>CN1 </a:t>
            </a:r>
            <a:r>
              <a:rPr lang="zh-TW" altLang="en-US" sz="2000" dirty="0">
                <a:latin typeface="+mj-lt"/>
                <a:ea typeface="+mj-ea"/>
                <a:cs typeface="Arial" panose="020B0604020202020204" pitchFamily="34" charset="0"/>
              </a:rPr>
              <a:t>短路</a:t>
            </a:r>
            <a:r>
              <a:rPr lang="en-US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PIN</a:t>
            </a: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。</a:t>
            </a:r>
            <a:endParaRPr lang="zh-TW" altLang="en-US" sz="2000" dirty="0"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1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zh-TW" altLang="en-US" b="1" dirty="0" smtClean="0"/>
              <a:t>黑屏后</a:t>
            </a:r>
            <a:r>
              <a:rPr lang="en-US" altLang="zh-TW" b="1" dirty="0" smtClean="0"/>
              <a:t>_</a:t>
            </a:r>
            <a:r>
              <a:rPr lang="zh-TW" altLang="en-US" b="1" dirty="0" smtClean="0"/>
              <a:t>韧体更新</a:t>
            </a:r>
            <a:endParaRPr lang="en-US" altLang="zh-TW" b="1" dirty="0"/>
          </a:p>
        </p:txBody>
      </p:sp>
      <p:pic>
        <p:nvPicPr>
          <p:cNvPr id="20" name="圖片 1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sp>
        <p:nvSpPr>
          <p:cNvPr id="19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面板黑屏后的韧体更新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22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录指引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4487" y="4823395"/>
            <a:ext cx="1234282" cy="4533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956212" y="4389746"/>
            <a:ext cx="1869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立即按着</a:t>
            </a:r>
            <a:r>
              <a:rPr lang="en-US" altLang="zh-TW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Shift</a:t>
            </a:r>
            <a:r>
              <a:rPr lang="zh-TW" altLang="en-US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键</a:t>
            </a:r>
            <a:endParaRPr lang="en-US" altLang="zh-TW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54996" y="4596173"/>
            <a:ext cx="1226618" cy="4001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200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连接</a:t>
            </a:r>
            <a:r>
              <a:rPr lang="en-US" altLang="zh-TW" sz="200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USB</a:t>
            </a:r>
            <a:endParaRPr lang="en-US" altLang="zh-TW" sz="20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329400" y="1279182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1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14" name="圓角矩形 13"/>
          <p:cNvSpPr/>
          <p:nvPr/>
        </p:nvSpPr>
        <p:spPr>
          <a:xfrm>
            <a:off x="329400" y="1950072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2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2542" y="3506912"/>
            <a:ext cx="3598988" cy="2125538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7308190" y="4510150"/>
            <a:ext cx="290380" cy="28092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Picture 2" descr="D:\ASDA\A3\Workshop\左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55201" flipH="1">
            <a:off x="7478254" y="4512650"/>
            <a:ext cx="572804" cy="74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0616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69" y="3084856"/>
            <a:ext cx="7761460" cy="2474668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59111" y="1136896"/>
            <a:ext cx="7531573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开启</a:t>
            </a:r>
            <a:r>
              <a:rPr lang="en-US" altLang="zh-TW" sz="2000" dirty="0" smtClean="0">
                <a:latin typeface="+mj-lt"/>
                <a:ea typeface="+mj-ea"/>
                <a:cs typeface="Arial" panose="020B0604020202020204" pitchFamily="34" charset="0"/>
              </a:rPr>
              <a:t>B3_Firmware_Update_Tool_v2.1.exe</a:t>
            </a: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韧</a:t>
            </a: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体</a:t>
            </a:r>
            <a:r>
              <a:rPr lang="zh-CN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烧</a:t>
            </a: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录</a:t>
            </a: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工具</a:t>
            </a:r>
            <a:endParaRPr lang="en-US" altLang="zh-TW" sz="2000" dirty="0">
              <a:latin typeface="+mj-lt"/>
              <a:ea typeface="+mj-ea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 smtClean="0">
                <a:latin typeface="+mj-lt"/>
                <a:ea typeface="+mj-ea"/>
                <a:cs typeface="Arial" panose="020B0604020202020204" pitchFamily="34" charset="0"/>
              </a:rPr>
              <a:t>点击下图中的文件夹图示，</a:t>
            </a:r>
            <a:r>
              <a:rPr lang="zh-TW" altLang="en-US" sz="2000" dirty="0" smtClean="0">
                <a:latin typeface="+mj-lt"/>
                <a:ea typeface="+mj-ea"/>
              </a:rPr>
              <a:t>选择欲</a:t>
            </a:r>
            <a:r>
              <a:rPr lang="zh-CN" altLang="en-US" sz="2000" dirty="0" smtClean="0">
                <a:latin typeface="+mj-lt"/>
                <a:ea typeface="+mj-ea"/>
              </a:rPr>
              <a:t>烧</a:t>
            </a:r>
            <a:r>
              <a:rPr lang="zh-TW" altLang="en-US" sz="2000" dirty="0" smtClean="0">
                <a:latin typeface="+mj-lt"/>
                <a:ea typeface="+mj-ea"/>
              </a:rPr>
              <a:t>录的韧体档案</a:t>
            </a:r>
            <a:endParaRPr lang="en-US" altLang="zh-TW" sz="2000" b="1" dirty="0">
              <a:solidFill>
                <a:srgbClr val="FF0000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1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zh-TW" altLang="en-US" b="1" dirty="0" smtClean="0"/>
              <a:t>黑屏后</a:t>
            </a:r>
            <a:r>
              <a:rPr lang="en-US" altLang="zh-TW" b="1" dirty="0" smtClean="0"/>
              <a:t>_</a:t>
            </a:r>
            <a:r>
              <a:rPr lang="zh-TW" altLang="en-US" b="1" dirty="0" smtClean="0"/>
              <a:t>韧体更新</a:t>
            </a:r>
            <a:endParaRPr lang="en-US" altLang="zh-TW" b="1" dirty="0"/>
          </a:p>
        </p:txBody>
      </p:sp>
      <p:grpSp>
        <p:nvGrpSpPr>
          <p:cNvPr id="14" name="群組 3"/>
          <p:cNvGrpSpPr/>
          <p:nvPr/>
        </p:nvGrpSpPr>
        <p:grpSpPr>
          <a:xfrm rot="20535042">
            <a:off x="1677966" y="3972783"/>
            <a:ext cx="736790" cy="894797"/>
            <a:chOff x="4828123" y="1042344"/>
            <a:chExt cx="552965" cy="634056"/>
          </a:xfrm>
        </p:grpSpPr>
        <p:pic>
          <p:nvPicPr>
            <p:cNvPr id="15" name="Picture 2" descr="C:\Users\FENGPIN.HSU\Desktop\01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544" b="94883" l="0" r="94942">
                          <a14:foregroundMark x1="18288" y1="36887" x2="29183" y2="36247"/>
                          <a14:foregroundMark x1="57198" y1="78252" x2="75486" y2="70149"/>
                          <a14:foregroundMark x1="40078" y1="94883" x2="40078" y2="94883"/>
                          <a14:foregroundMark x1="1167" y1="68230" x2="1167" y2="68230"/>
                          <a14:foregroundMark x1="76654" y1="36887" x2="76654" y2="36887"/>
                          <a14:foregroundMark x1="64591" y1="18124" x2="64591" y2="18124"/>
                          <a14:foregroundMark x1="90272" y1="10874" x2="90272" y2="10874"/>
                          <a14:foregroundMark x1="94942" y1="5544" x2="94942" y2="55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41"/>
            <a:stretch/>
          </p:blipFill>
          <p:spPr bwMode="auto">
            <a:xfrm>
              <a:off x="4956511" y="1133903"/>
              <a:ext cx="424577" cy="542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群組 5"/>
            <p:cNvGrpSpPr/>
            <p:nvPr/>
          </p:nvGrpSpPr>
          <p:grpSpPr>
            <a:xfrm>
              <a:off x="4828123" y="1042344"/>
              <a:ext cx="254746" cy="247436"/>
              <a:chOff x="-6985" y="304800"/>
              <a:chExt cx="469582" cy="457200"/>
            </a:xfrm>
          </p:grpSpPr>
          <p:sp>
            <p:nvSpPr>
              <p:cNvPr id="17" name="橢圓 6"/>
              <p:cNvSpPr/>
              <p:nvPr/>
            </p:nvSpPr>
            <p:spPr>
              <a:xfrm>
                <a:off x="-6985" y="304800"/>
                <a:ext cx="469582" cy="457200"/>
              </a:xfrm>
              <a:prstGeom prst="ellipse">
                <a:avLst/>
              </a:prstGeom>
              <a:solidFill>
                <a:srgbClr val="FF0000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7"/>
              <p:cNvSpPr/>
              <p:nvPr/>
            </p:nvSpPr>
            <p:spPr>
              <a:xfrm>
                <a:off x="71676" y="379537"/>
                <a:ext cx="305410" cy="297355"/>
              </a:xfrm>
              <a:prstGeom prst="ellipse">
                <a:avLst/>
              </a:prstGeom>
              <a:solidFill>
                <a:srgbClr val="FF0000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pic>
        <p:nvPicPr>
          <p:cNvPr id="20" name="圖片 19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sp>
        <p:nvSpPr>
          <p:cNvPr id="19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面板黑屏后的韧体更新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22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录指引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21" name="圓角矩形 20"/>
          <p:cNvSpPr/>
          <p:nvPr/>
        </p:nvSpPr>
        <p:spPr>
          <a:xfrm>
            <a:off x="407038" y="1359831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</a:t>
            </a:r>
            <a:r>
              <a:rPr lang="en-US" altLang="zh-TW" dirty="0" smtClean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3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407038" y="2079478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</a:t>
            </a:r>
            <a:r>
              <a:rPr lang="en-US" altLang="zh-TW" dirty="0" smtClean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4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65174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766" y="1663199"/>
            <a:ext cx="5895975" cy="1838325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57154" y="1051890"/>
            <a:ext cx="79111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点击红框内    图示后，</a:t>
            </a:r>
            <a:r>
              <a:rPr lang="en-US" altLang="zh-TW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COM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port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选项将如下图所示</a:t>
            </a:r>
            <a:endParaRPr lang="en-US" altLang="zh-TW" sz="2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310" y="4255713"/>
            <a:ext cx="5953125" cy="1924050"/>
          </a:xfrm>
          <a:prstGeom prst="rect">
            <a:avLst/>
          </a:prstGeom>
        </p:spPr>
      </p:pic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357154" y="3758808"/>
            <a:ext cx="79018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点击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Flash 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按钮，开始刻录</a:t>
            </a:r>
            <a:endParaRPr lang="zh-TW" altLang="en-US" sz="2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zh-TW" altLang="en-US" b="1" dirty="0" smtClean="0"/>
              <a:t>黑屏后</a:t>
            </a:r>
            <a:r>
              <a:rPr lang="en-US" altLang="zh-TW" b="1" dirty="0" smtClean="0"/>
              <a:t>_</a:t>
            </a:r>
            <a:r>
              <a:rPr lang="zh-TW" altLang="en-US" b="1" dirty="0" smtClean="0"/>
              <a:t>韧体更新</a:t>
            </a:r>
            <a:endParaRPr lang="en-US" altLang="zh-TW" b="1" dirty="0"/>
          </a:p>
        </p:txBody>
      </p:sp>
      <p:sp>
        <p:nvSpPr>
          <p:cNvPr id="8" name="矩形 7"/>
          <p:cNvSpPr/>
          <p:nvPr/>
        </p:nvSpPr>
        <p:spPr>
          <a:xfrm>
            <a:off x="5217568" y="2737484"/>
            <a:ext cx="372754" cy="3101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3"/>
          <p:cNvGrpSpPr/>
          <p:nvPr/>
        </p:nvGrpSpPr>
        <p:grpSpPr>
          <a:xfrm rot="20535042">
            <a:off x="5500178" y="2722030"/>
            <a:ext cx="613889" cy="727191"/>
            <a:chOff x="4828123" y="1042344"/>
            <a:chExt cx="552965" cy="634056"/>
          </a:xfrm>
        </p:grpSpPr>
        <p:pic>
          <p:nvPicPr>
            <p:cNvPr id="17" name="Picture 2" descr="C:\Users\FENGPIN.HSU\Desktop\01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544" b="94883" l="0" r="94942">
                          <a14:foregroundMark x1="18288" y1="36887" x2="29183" y2="36247"/>
                          <a14:foregroundMark x1="57198" y1="78252" x2="75486" y2="70149"/>
                          <a14:foregroundMark x1="40078" y1="94883" x2="40078" y2="94883"/>
                          <a14:foregroundMark x1="1167" y1="68230" x2="1167" y2="68230"/>
                          <a14:foregroundMark x1="76654" y1="36887" x2="76654" y2="36887"/>
                          <a14:foregroundMark x1="64591" y1="18124" x2="64591" y2="18124"/>
                          <a14:foregroundMark x1="90272" y1="10874" x2="90272" y2="10874"/>
                          <a14:foregroundMark x1="94942" y1="5544" x2="94942" y2="55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41"/>
            <a:stretch/>
          </p:blipFill>
          <p:spPr bwMode="auto">
            <a:xfrm>
              <a:off x="4956511" y="1133903"/>
              <a:ext cx="424577" cy="542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8" name="群組 5"/>
            <p:cNvGrpSpPr/>
            <p:nvPr/>
          </p:nvGrpSpPr>
          <p:grpSpPr>
            <a:xfrm>
              <a:off x="4828123" y="1042344"/>
              <a:ext cx="254746" cy="247436"/>
              <a:chOff x="-6985" y="304800"/>
              <a:chExt cx="469582" cy="457200"/>
            </a:xfrm>
          </p:grpSpPr>
          <p:sp>
            <p:nvSpPr>
              <p:cNvPr id="19" name="橢圓 6"/>
              <p:cNvSpPr/>
              <p:nvPr/>
            </p:nvSpPr>
            <p:spPr>
              <a:xfrm>
                <a:off x="-6985" y="304800"/>
                <a:ext cx="469582" cy="457200"/>
              </a:xfrm>
              <a:prstGeom prst="ellipse">
                <a:avLst/>
              </a:prstGeom>
              <a:solidFill>
                <a:srgbClr val="FF0000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橢圓 7"/>
              <p:cNvSpPr/>
              <p:nvPr/>
            </p:nvSpPr>
            <p:spPr>
              <a:xfrm>
                <a:off x="71676" y="379537"/>
                <a:ext cx="305410" cy="297355"/>
              </a:xfrm>
              <a:prstGeom prst="ellipse">
                <a:avLst/>
              </a:prstGeom>
              <a:solidFill>
                <a:srgbClr val="FF0000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2441222" y="4882611"/>
            <a:ext cx="3130484" cy="5152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2" name="群組 3"/>
          <p:cNvGrpSpPr/>
          <p:nvPr/>
        </p:nvGrpSpPr>
        <p:grpSpPr>
          <a:xfrm rot="20535042">
            <a:off x="4753086" y="4991471"/>
            <a:ext cx="613889" cy="727191"/>
            <a:chOff x="4828123" y="1042344"/>
            <a:chExt cx="552965" cy="634056"/>
          </a:xfrm>
        </p:grpSpPr>
        <p:pic>
          <p:nvPicPr>
            <p:cNvPr id="23" name="Picture 2" descr="C:\Users\FENGPIN.HSU\Desktop\01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544" b="94883" l="0" r="94942">
                          <a14:foregroundMark x1="18288" y1="36887" x2="29183" y2="36247"/>
                          <a14:foregroundMark x1="57198" y1="78252" x2="75486" y2="70149"/>
                          <a14:foregroundMark x1="40078" y1="94883" x2="40078" y2="94883"/>
                          <a14:foregroundMark x1="1167" y1="68230" x2="1167" y2="68230"/>
                          <a14:foregroundMark x1="76654" y1="36887" x2="76654" y2="36887"/>
                          <a14:foregroundMark x1="64591" y1="18124" x2="64591" y2="18124"/>
                          <a14:foregroundMark x1="90272" y1="10874" x2="90272" y2="10874"/>
                          <a14:foregroundMark x1="94942" y1="5544" x2="94942" y2="55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41"/>
            <a:stretch/>
          </p:blipFill>
          <p:spPr bwMode="auto">
            <a:xfrm>
              <a:off x="4956511" y="1133903"/>
              <a:ext cx="424577" cy="542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" name="群組 5"/>
            <p:cNvGrpSpPr/>
            <p:nvPr/>
          </p:nvGrpSpPr>
          <p:grpSpPr>
            <a:xfrm>
              <a:off x="4828123" y="1042344"/>
              <a:ext cx="254746" cy="247436"/>
              <a:chOff x="-6985" y="304800"/>
              <a:chExt cx="469582" cy="457200"/>
            </a:xfrm>
          </p:grpSpPr>
          <p:sp>
            <p:nvSpPr>
              <p:cNvPr id="25" name="橢圓 6"/>
              <p:cNvSpPr/>
              <p:nvPr/>
            </p:nvSpPr>
            <p:spPr>
              <a:xfrm>
                <a:off x="-6985" y="304800"/>
                <a:ext cx="469582" cy="457200"/>
              </a:xfrm>
              <a:prstGeom prst="ellipse">
                <a:avLst/>
              </a:prstGeom>
              <a:solidFill>
                <a:srgbClr val="FF0000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橢圓 7"/>
              <p:cNvSpPr/>
              <p:nvPr/>
            </p:nvSpPr>
            <p:spPr>
              <a:xfrm>
                <a:off x="71676" y="379537"/>
                <a:ext cx="305410" cy="297355"/>
              </a:xfrm>
              <a:prstGeom prst="ellipse">
                <a:avLst/>
              </a:prstGeom>
              <a:solidFill>
                <a:srgbClr val="FF0000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pic>
        <p:nvPicPr>
          <p:cNvPr id="28" name="圖片 27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sp>
        <p:nvSpPr>
          <p:cNvPr id="27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面板黑屏后的韧体更新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29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录指引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30" name="圓角矩形 29"/>
          <p:cNvSpPr/>
          <p:nvPr/>
        </p:nvSpPr>
        <p:spPr>
          <a:xfrm>
            <a:off x="261430" y="1017386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5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31" name="圓角矩形 30"/>
          <p:cNvSpPr/>
          <p:nvPr/>
        </p:nvSpPr>
        <p:spPr>
          <a:xfrm>
            <a:off x="261430" y="3767988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6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39232" y="1108134"/>
            <a:ext cx="248280" cy="24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684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41" y="2045432"/>
            <a:ext cx="5934075" cy="2219325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487241" y="1197030"/>
            <a:ext cx="77718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于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Update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OK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窗口点击确定，完成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烧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录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473823" y="4398487"/>
            <a:ext cx="846959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89013" indent="-989013" eaLnBrk="1" hangingPunct="1">
              <a:lnSpc>
                <a:spcPct val="150000"/>
              </a:lnSpc>
            </a:pPr>
            <a:r>
              <a:rPr lang="zh-TW" altLang="en-US" sz="2000" baseline="30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        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移除</a:t>
            </a:r>
            <a:r>
              <a:rPr lang="en-US" altLang="zh-TW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Mini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USB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通讯线并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重新连接，此时请确认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P0.000 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与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P5.000 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版本号是否正确。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注：</a:t>
            </a: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若面板显示</a:t>
            </a:r>
            <a:r>
              <a:rPr lang="en-US" altLang="zh-TW" sz="16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AL099</a:t>
            </a: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请参照补充事项中之“</a:t>
            </a:r>
            <a:r>
              <a:rPr lang="zh-TW" altLang="en-US" sz="16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4" action="ppaction://hlinksldjump"/>
              </a:rPr>
              <a:t>异警排除</a:t>
            </a: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”</a:t>
            </a:r>
            <a:endParaRPr lang="zh-TW" altLang="en-US" sz="16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4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zh-TW" altLang="en-US" b="1" dirty="0" smtClean="0"/>
              <a:t>黑屏后</a:t>
            </a:r>
            <a:r>
              <a:rPr lang="en-US" altLang="zh-TW" b="1" dirty="0" smtClean="0"/>
              <a:t>_</a:t>
            </a:r>
            <a:r>
              <a:rPr lang="zh-TW" altLang="en-US" b="1" dirty="0" smtClean="0"/>
              <a:t>韧体更新</a:t>
            </a:r>
            <a:endParaRPr lang="en-US" altLang="zh-TW" b="1" dirty="0"/>
          </a:p>
        </p:txBody>
      </p:sp>
      <p:sp>
        <p:nvSpPr>
          <p:cNvPr id="8" name="矩形 7"/>
          <p:cNvSpPr/>
          <p:nvPr/>
        </p:nvSpPr>
        <p:spPr>
          <a:xfrm>
            <a:off x="4239081" y="2497561"/>
            <a:ext cx="1592488" cy="1542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" name="群組 3"/>
          <p:cNvGrpSpPr/>
          <p:nvPr/>
        </p:nvGrpSpPr>
        <p:grpSpPr>
          <a:xfrm rot="20535042">
            <a:off x="5252527" y="3676163"/>
            <a:ext cx="613889" cy="727191"/>
            <a:chOff x="4828123" y="1042344"/>
            <a:chExt cx="552965" cy="634056"/>
          </a:xfrm>
        </p:grpSpPr>
        <p:pic>
          <p:nvPicPr>
            <p:cNvPr id="13" name="Picture 2" descr="C:\Users\FENGPIN.HSU\Desktop\01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544" b="94883" l="0" r="94942">
                          <a14:foregroundMark x1="18288" y1="36887" x2="29183" y2="36247"/>
                          <a14:foregroundMark x1="57198" y1="78252" x2="75486" y2="70149"/>
                          <a14:foregroundMark x1="40078" y1="94883" x2="40078" y2="94883"/>
                          <a14:foregroundMark x1="1167" y1="68230" x2="1167" y2="68230"/>
                          <a14:foregroundMark x1="76654" y1="36887" x2="76654" y2="36887"/>
                          <a14:foregroundMark x1="64591" y1="18124" x2="64591" y2="18124"/>
                          <a14:foregroundMark x1="90272" y1="10874" x2="90272" y2="10874"/>
                          <a14:foregroundMark x1="94942" y1="5544" x2="94942" y2="55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41"/>
            <a:stretch/>
          </p:blipFill>
          <p:spPr bwMode="auto">
            <a:xfrm>
              <a:off x="4956511" y="1133903"/>
              <a:ext cx="424577" cy="542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5" name="群組 5"/>
            <p:cNvGrpSpPr/>
            <p:nvPr/>
          </p:nvGrpSpPr>
          <p:grpSpPr>
            <a:xfrm>
              <a:off x="4828123" y="1042344"/>
              <a:ext cx="254746" cy="247436"/>
              <a:chOff x="-6985" y="304800"/>
              <a:chExt cx="469582" cy="457200"/>
            </a:xfrm>
          </p:grpSpPr>
          <p:sp>
            <p:nvSpPr>
              <p:cNvPr id="16" name="橢圓 6"/>
              <p:cNvSpPr/>
              <p:nvPr/>
            </p:nvSpPr>
            <p:spPr>
              <a:xfrm>
                <a:off x="-6985" y="304800"/>
                <a:ext cx="469582" cy="457200"/>
              </a:xfrm>
              <a:prstGeom prst="ellipse">
                <a:avLst/>
              </a:prstGeom>
              <a:solidFill>
                <a:srgbClr val="FF0000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橢圓 7"/>
              <p:cNvSpPr/>
              <p:nvPr/>
            </p:nvSpPr>
            <p:spPr>
              <a:xfrm>
                <a:off x="71676" y="379537"/>
                <a:ext cx="305410" cy="297355"/>
              </a:xfrm>
              <a:prstGeom prst="ellipse">
                <a:avLst/>
              </a:prstGeom>
              <a:solidFill>
                <a:srgbClr val="FF0000">
                  <a:alpha val="7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pic>
        <p:nvPicPr>
          <p:cNvPr id="20" name="圖片 19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sp>
        <p:nvSpPr>
          <p:cNvPr id="18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面板黑屏后的韧体更新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21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solidFill>
                  <a:srgbClr val="FFFFFF"/>
                </a:solidFill>
                <a:ea typeface="微軟正黑體" panose="020B0604030504040204" pitchFamily="34" charset="-120"/>
              </a:rPr>
              <a:t>烧</a:t>
            </a:r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录指引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19" name="圓角矩形 18"/>
          <p:cNvSpPr/>
          <p:nvPr/>
        </p:nvSpPr>
        <p:spPr>
          <a:xfrm>
            <a:off x="312147" y="1197030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</a:t>
            </a:r>
            <a:r>
              <a:rPr lang="en-US" altLang="zh-TW" dirty="0" smtClean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7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312147" y="4482829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</a:t>
            </a:r>
            <a:r>
              <a:rPr lang="en-US" altLang="zh-TW" dirty="0" smtClean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8</a:t>
            </a:r>
            <a:endParaRPr lang="zh-TW" altLang="en-US" sz="1100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34648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020529" y="6334853"/>
            <a:ext cx="1125058" cy="365125"/>
          </a:xfrm>
        </p:spPr>
        <p:txBody>
          <a:bodyPr/>
          <a:lstStyle/>
          <a:p>
            <a:pPr>
              <a:defRPr/>
            </a:pP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0" y="2678917"/>
            <a:ext cx="9145588" cy="1541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Title 1"/>
          <p:cNvSpPr txBox="1">
            <a:spLocks/>
          </p:cNvSpPr>
          <p:nvPr/>
        </p:nvSpPr>
        <p:spPr bwMode="auto">
          <a:xfrm>
            <a:off x="114302" y="3174178"/>
            <a:ext cx="2977244" cy="812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cap="all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0087DC"/>
                </a:solidFill>
                <a:latin typeface="Arial" charset="0"/>
                <a:ea typeface="微軟正黑體" pitchFamily="34" charset="-120"/>
                <a:cs typeface="Arial" charset="0"/>
              </a:defRPr>
            </a:lvl9pPr>
          </a:lstStyle>
          <a:p>
            <a:pPr algn="r"/>
            <a:r>
              <a:rPr lang="zh-TW" altLang="en-US" sz="3200" kern="0" dirty="0" smtClean="0">
                <a:solidFill>
                  <a:schemeClr val="tx1"/>
                </a:solidFill>
              </a:rPr>
              <a:t>补充事项</a:t>
            </a:r>
            <a:endParaRPr lang="zh-TW" altLang="en-US" sz="3200" kern="0" dirty="0">
              <a:solidFill>
                <a:schemeClr val="tx1"/>
              </a:solidFill>
            </a:endParaRPr>
          </a:p>
        </p:txBody>
      </p:sp>
      <p:cxnSp>
        <p:nvCxnSpPr>
          <p:cNvPr id="14" name="直線接點 13"/>
          <p:cNvCxnSpPr/>
          <p:nvPr/>
        </p:nvCxnSpPr>
        <p:spPr>
          <a:xfrm>
            <a:off x="3173543" y="3076013"/>
            <a:ext cx="0" cy="78590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3260634" y="3148200"/>
            <a:ext cx="4586829" cy="826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8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6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sz="1400">
                <a:solidFill>
                  <a:schemeClr val="tx1"/>
                </a:solidFill>
                <a:latin typeface="+mn-lt"/>
                <a:ea typeface="新細明體" pitchFamily="18" charset="-120"/>
                <a:cs typeface="+mn-cs"/>
              </a:defRPr>
            </a:lvl9pPr>
          </a:lstStyle>
          <a:p>
            <a:endParaRPr lang="zh-TW" altLang="en-US" sz="3200" kern="0" dirty="0"/>
          </a:p>
        </p:txBody>
      </p:sp>
      <p:pic>
        <p:nvPicPr>
          <p:cNvPr id="7" name="圖片 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508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444700" y="3461617"/>
            <a:ext cx="7115493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/>
            <a:endParaRPr lang="en-US" altLang="zh-TW" sz="2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eaLnBrk="1" hangingPunct="1"/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P2.008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依序输入</a:t>
            </a:r>
            <a:r>
              <a:rPr lang="en-US" altLang="zh-TW" sz="20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30</a:t>
            </a:r>
            <a:r>
              <a:rPr lang="zh-TW" altLang="en-US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28</a:t>
            </a:r>
            <a:r>
              <a:rPr lang="en-US" altLang="zh-TW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[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进行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参数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升级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]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/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/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当面板显示完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busy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后，表示</a:t>
            </a:r>
            <a:r>
              <a:rPr lang="zh-CN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参数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升级完成，请重新上电。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/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/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请确认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P0.000 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与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P5.000 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版本是否正确</a:t>
            </a:r>
            <a:endParaRPr lang="en-US" altLang="zh-TW" sz="2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eaLnBrk="1" hangingPunct="1"/>
            <a:endParaRPr lang="en-US" altLang="zh-TW" sz="8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eaLnBrk="1" hangingPunct="1"/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※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面板如果显示</a:t>
            </a:r>
            <a:r>
              <a:rPr lang="en-US" altLang="zh-TW" sz="20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AL017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请参照“</a:t>
            </a:r>
            <a:r>
              <a:rPr lang="en-US" altLang="zh-TW" sz="20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3" action="ppaction://hlinksldjump"/>
              </a:rPr>
              <a:t>AL017</a:t>
            </a:r>
            <a:r>
              <a:rPr lang="zh-TW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3" action="ppaction://hlinksldjump"/>
              </a:rPr>
              <a:t>排除方法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3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en-US" altLang="zh-TW" b="1" dirty="0"/>
              <a:t>AL099</a:t>
            </a:r>
            <a:r>
              <a:rPr lang="zh-TW" altLang="en-US" b="1" dirty="0"/>
              <a:t>排除方法</a:t>
            </a:r>
            <a:endParaRPr lang="en-US" altLang="zh-TW" b="1" dirty="0"/>
          </a:p>
        </p:txBody>
      </p:sp>
      <p:sp>
        <p:nvSpPr>
          <p:cNvPr id="18" name="圓角矩形 17"/>
          <p:cNvSpPr/>
          <p:nvPr/>
        </p:nvSpPr>
        <p:spPr>
          <a:xfrm>
            <a:off x="264295" y="3777819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1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19" name="圓角矩形 18"/>
          <p:cNvSpPr/>
          <p:nvPr/>
        </p:nvSpPr>
        <p:spPr>
          <a:xfrm>
            <a:off x="264295" y="4521725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2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0" name="圓角矩形 19"/>
          <p:cNvSpPr/>
          <p:nvPr/>
        </p:nvSpPr>
        <p:spPr>
          <a:xfrm>
            <a:off x="279285" y="5265631"/>
            <a:ext cx="1095724" cy="396000"/>
          </a:xfrm>
          <a:prstGeom prst="roundRect">
            <a:avLst>
              <a:gd name="adj" fmla="val 631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+mj-lt"/>
                <a:ea typeface="微軟正黑體" panose="020B0604030504040204" pitchFamily="34" charset="-120"/>
              </a:rPr>
              <a:t>Step 3</a:t>
            </a:r>
            <a:endParaRPr lang="zh-TW" altLang="en-US" dirty="0">
              <a:solidFill>
                <a:srgbClr val="FFFF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67013" y="315455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方法一：</a:t>
            </a:r>
            <a:endParaRPr lang="en-US" altLang="zh-TW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圖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sp>
        <p:nvSpPr>
          <p:cNvPr id="14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异警排除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15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补充事项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8139" y="1179260"/>
            <a:ext cx="3344588" cy="197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841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96733" y="997691"/>
            <a:ext cx="878522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zh-TW" altLang="en-US" sz="2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方法二：</a:t>
            </a:r>
            <a:endParaRPr lang="en-US" altLang="zh-TW" sz="20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/>
            <a:endParaRPr lang="zh-TW" altLang="en-US" sz="2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TW" sz="2000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※</a:t>
            </a:r>
            <a:r>
              <a:rPr lang="zh-TW" altLang="en-US" sz="2000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此方式适用于进阶使用者</a:t>
            </a:r>
            <a:endParaRPr lang="en-US" altLang="zh-TW" sz="20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在驱动器显示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AL099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下，在面板按着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SHIFT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键</a:t>
            </a:r>
            <a:endParaRPr lang="zh-TW" altLang="en-US" sz="2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9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en-US" altLang="zh-TW" b="1" dirty="0"/>
              <a:t>AL099</a:t>
            </a:r>
            <a:r>
              <a:rPr lang="zh-TW" altLang="en-US" b="1" dirty="0"/>
              <a:t>排除方法</a:t>
            </a:r>
            <a:endParaRPr lang="en-US" altLang="zh-TW" b="1" dirty="0"/>
          </a:p>
        </p:txBody>
      </p:sp>
      <p:pic>
        <p:nvPicPr>
          <p:cNvPr id="12" name="圖片 1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4218" y="4037182"/>
            <a:ext cx="1234282" cy="453340"/>
          </a:xfrm>
          <a:prstGeom prst="rect">
            <a:avLst/>
          </a:prstGeom>
        </p:spPr>
      </p:pic>
      <p:sp>
        <p:nvSpPr>
          <p:cNvPr id="14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异警排除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15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补充事项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357" y="3171224"/>
            <a:ext cx="3457754" cy="204212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5420" y="3165078"/>
            <a:ext cx="3436352" cy="2029486"/>
          </a:xfrm>
          <a:prstGeom prst="rect">
            <a:avLst/>
          </a:prstGeom>
        </p:spPr>
      </p:pic>
      <p:sp>
        <p:nvSpPr>
          <p:cNvPr id="17" name="橢圓 16"/>
          <p:cNvSpPr/>
          <p:nvPr/>
        </p:nvSpPr>
        <p:spPr>
          <a:xfrm>
            <a:off x="2208344" y="4131469"/>
            <a:ext cx="263394" cy="276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" name="Picture 2" descr="D:\ASDA\A3\Workshop\左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55201" flipH="1">
            <a:off x="2378409" y="4134891"/>
            <a:ext cx="572804" cy="74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橢圓 20"/>
          <p:cNvSpPr/>
          <p:nvPr/>
        </p:nvSpPr>
        <p:spPr>
          <a:xfrm>
            <a:off x="7321364" y="4114325"/>
            <a:ext cx="263394" cy="276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2" name="Picture 2" descr="D:\ASDA\A3\Workshop\左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55201" flipH="1">
            <a:off x="7491429" y="4117747"/>
            <a:ext cx="572804" cy="74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5795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00436" y="3556001"/>
            <a:ext cx="8785225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>
              <a:lnSpc>
                <a:spcPts val="3000"/>
              </a:lnSpc>
            </a:pP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此时面板出现五位</a:t>
            </a:r>
            <a:r>
              <a:rPr lang="zh-CN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数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字，以上图为例子，所显示为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E.3552</a:t>
            </a:r>
            <a:r>
              <a:rPr lang="zh-TW" altLang="en-US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eaLnBrk="1" hangingPunct="1">
              <a:lnSpc>
                <a:spcPts val="3000"/>
              </a:lnSpc>
            </a:pPr>
            <a:endParaRPr lang="en-US" altLang="zh-TW" sz="2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eaLnBrk="1" hangingPunct="1">
              <a:lnSpc>
                <a:spcPts val="3000"/>
              </a:lnSpc>
            </a:pPr>
            <a:r>
              <a:rPr lang="zh-TW" altLang="en-US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其中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E.3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的部分代表参数设定值超出范围。后三</a:t>
            </a:r>
            <a:r>
              <a:rPr lang="zh-CN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位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的第一个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代表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“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参数</a:t>
            </a:r>
            <a:r>
              <a:rPr lang="zh-TW" altLang="en-US" sz="20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群</a:t>
            </a:r>
            <a:r>
              <a:rPr lang="en-US" altLang="zh-TW" sz="20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”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，后两</a:t>
            </a:r>
            <a:r>
              <a:rPr lang="zh-CN" altLang="en-US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位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52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表示此群组下的</a:t>
            </a:r>
            <a:r>
              <a:rPr lang="zh-TW" altLang="en-US" sz="20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第</a:t>
            </a:r>
            <a:r>
              <a:rPr lang="en-US" altLang="zh-TW" sz="20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52</a:t>
            </a:r>
            <a:r>
              <a:rPr lang="zh-TW" altLang="en-US" sz="20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h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参数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而</a:t>
            </a:r>
            <a:r>
              <a:rPr lang="en-US" altLang="zh-TW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52</a:t>
            </a:r>
            <a:r>
              <a:rPr lang="zh-TW" altLang="en-US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h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的十进制</a:t>
            </a:r>
            <a:r>
              <a:rPr lang="zh-CN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数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值为</a:t>
            </a:r>
            <a:r>
              <a:rPr lang="en-US" altLang="zh-TW" sz="20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82</a:t>
            </a:r>
            <a:r>
              <a:rPr lang="zh-TW" altLang="en-US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表示</a:t>
            </a:r>
            <a:r>
              <a:rPr lang="zh-CN" altLang="en-US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参数</a:t>
            </a:r>
            <a:r>
              <a:rPr lang="en-US" altLang="zh-TW" sz="2000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P5.082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设定值有问题，请将</a:t>
            </a:r>
            <a:r>
              <a:rPr lang="zh-CN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参数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P5.082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设定正确后并</a:t>
            </a:r>
            <a:r>
              <a:rPr lang="zh-TW" altLang="en-US" sz="2000" b="1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重上电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若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AL099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还是存在，亦表示有其他问题，此时请重复上面的流程将</a:t>
            </a:r>
            <a:r>
              <a:rPr lang="zh-CN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参数</a:t>
            </a:r>
            <a:r>
              <a:rPr lang="zh-TW" altLang="en-US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设定至正常值。</a:t>
            </a:r>
            <a:endParaRPr lang="en-US" altLang="zh-TW" sz="2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eaLnBrk="1" hangingPunct="1">
              <a:lnSpc>
                <a:spcPts val="3000"/>
              </a:lnSpc>
            </a:pP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注：若显示值非</a:t>
            </a:r>
            <a:r>
              <a:rPr lang="en-US" altLang="zh-TW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E.3</a:t>
            </a:r>
            <a:r>
              <a:rPr lang="zh-TW" altLang="en-US" sz="16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，请与台达联络。</a:t>
            </a:r>
            <a:endParaRPr lang="zh-TW" altLang="en-US" sz="16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7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en-US" altLang="zh-TW" b="1" dirty="0"/>
              <a:t>AL099</a:t>
            </a:r>
            <a:r>
              <a:rPr lang="zh-TW" altLang="en-US" b="1" dirty="0"/>
              <a:t>排除方法</a:t>
            </a:r>
            <a:endParaRPr lang="en-US" altLang="zh-TW" b="1" dirty="0"/>
          </a:p>
        </p:txBody>
      </p:sp>
      <p:pic>
        <p:nvPicPr>
          <p:cNvPr id="10" name="圖片 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442" y="1339163"/>
            <a:ext cx="3822416" cy="2006706"/>
          </a:xfrm>
          <a:prstGeom prst="rect">
            <a:avLst/>
          </a:prstGeom>
        </p:spPr>
      </p:pic>
      <p:sp>
        <p:nvSpPr>
          <p:cNvPr id="11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异警排除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12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补充事项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43075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96733" y="3250788"/>
            <a:ext cx="8785225" cy="3208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Arial Narrow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zh-TW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AL017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因为新版本韧体的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参数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表与旧版本不兼容。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ts val="600"/>
              </a:spcBef>
            </a:pPr>
            <a:r>
              <a:rPr lang="zh-TW" altLang="en-US" sz="20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解决方式一：</a:t>
            </a:r>
          </a:p>
          <a:p>
            <a:pPr eaLnBrk="1" hangingPunct="1">
              <a:spcBef>
                <a:spcPts val="600"/>
              </a:spcBef>
              <a:spcAft>
                <a:spcPts val="1500"/>
              </a:spcAft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利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P2.008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设定</a:t>
            </a:r>
            <a:r>
              <a:rPr lang="en-US" altLang="zh-TW" sz="2000" b="1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CN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来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参数</a:t>
            </a:r>
            <a:r>
              <a:rPr lang="zh-CN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后需要重上电，重上电完后请利用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PC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软件來回复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参数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Aft>
                <a:spcPts val="600"/>
              </a:spcAft>
            </a:pPr>
            <a:r>
              <a:rPr lang="zh-TW" altLang="en-US" sz="20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解决方式二：</a:t>
            </a:r>
            <a:endParaRPr lang="en-US" altLang="zh-TW" sz="20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Aft>
                <a:spcPts val="600"/>
              </a:spcAft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利用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P2.008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设定</a:t>
            </a:r>
            <a:r>
              <a:rPr lang="en-US" altLang="zh-TW" sz="2000" b="1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30</a:t>
            </a: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, </a:t>
            </a:r>
            <a:r>
              <a:rPr lang="en-US" altLang="zh-TW" sz="2000" b="1" dirty="0" smtClean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39</a:t>
            </a:r>
            <a:r>
              <a:rPr lang="zh-CN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来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参数</a:t>
            </a:r>
            <a:r>
              <a:rPr lang="zh-CN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后需要重上电，重上电完后请利用</a:t>
            </a:r>
            <a:r>
              <a:rPr lang="en-US" altLang="zh-TW" sz="20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PC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软件來回复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参数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Aft>
                <a:spcPts val="600"/>
              </a:spcAft>
            </a:pPr>
            <a:endParaRPr lang="zh-TW" altLang="en-US" sz="20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5" name="Rectangle 2"/>
          <p:cNvSpPr>
            <a:spLocks noGrp="1"/>
          </p:cNvSpPr>
          <p:nvPr>
            <p:ph type="title" idx="4294967295"/>
          </p:nvPr>
        </p:nvSpPr>
        <p:spPr>
          <a:xfrm>
            <a:off x="2046361" y="307632"/>
            <a:ext cx="6715169" cy="723900"/>
          </a:xfrm>
        </p:spPr>
        <p:txBody>
          <a:bodyPr anchor="ctr"/>
          <a:lstStyle/>
          <a:p>
            <a:pPr algn="r" eaLnBrk="1" hangingPunct="1"/>
            <a:r>
              <a:rPr lang="en-US" altLang="zh-TW" b="1" dirty="0"/>
              <a:t>AL017</a:t>
            </a:r>
            <a:r>
              <a:rPr lang="zh-TW" altLang="en-US" b="1" dirty="0"/>
              <a:t>排除方法</a:t>
            </a:r>
            <a:endParaRPr lang="en-US" altLang="zh-TW" b="1" dirty="0"/>
          </a:p>
        </p:txBody>
      </p:sp>
      <p:pic>
        <p:nvPicPr>
          <p:cNvPr id="13" name="圖片 12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72" y="6427112"/>
            <a:ext cx="424222" cy="424222"/>
          </a:xfrm>
          <a:prstGeom prst="rect">
            <a:avLst/>
          </a:prstGeom>
        </p:spPr>
      </p:pic>
      <p:sp>
        <p:nvSpPr>
          <p:cNvPr id="4" name="AutoShape 3"/>
          <p:cNvSpPr>
            <a:spLocks noChangeAspect="1" noChangeArrowheads="1" noTextEdit="1"/>
          </p:cNvSpPr>
          <p:nvPr/>
        </p:nvSpPr>
        <p:spPr bwMode="auto">
          <a:xfrm>
            <a:off x="2720975" y="1123315"/>
            <a:ext cx="3490913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3244850" y="1704340"/>
            <a:ext cx="14288" cy="11113"/>
          </a:xfrm>
          <a:custGeom>
            <a:avLst/>
            <a:gdLst>
              <a:gd name="T0" fmla="*/ 9 w 9"/>
              <a:gd name="T1" fmla="*/ 0 h 7"/>
              <a:gd name="T2" fmla="*/ 0 w 9"/>
              <a:gd name="T3" fmla="*/ 7 h 7"/>
              <a:gd name="T4" fmla="*/ 9 w 9"/>
              <a:gd name="T5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" h="7">
                <a:moveTo>
                  <a:pt x="9" y="0"/>
                </a:moveTo>
                <a:lnTo>
                  <a:pt x="0" y="7"/>
                </a:lnTo>
                <a:lnTo>
                  <a:pt x="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3198813" y="1739265"/>
            <a:ext cx="14288" cy="9525"/>
          </a:xfrm>
          <a:custGeom>
            <a:avLst/>
            <a:gdLst>
              <a:gd name="T0" fmla="*/ 9 w 9"/>
              <a:gd name="T1" fmla="*/ 0 h 6"/>
              <a:gd name="T2" fmla="*/ 0 w 9"/>
              <a:gd name="T3" fmla="*/ 6 h 6"/>
              <a:gd name="T4" fmla="*/ 9 w 9"/>
              <a:gd name="T5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" h="6">
                <a:moveTo>
                  <a:pt x="9" y="0"/>
                </a:moveTo>
                <a:lnTo>
                  <a:pt x="0" y="6"/>
                </a:lnTo>
                <a:lnTo>
                  <a:pt x="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3192463" y="1966278"/>
            <a:ext cx="47625" cy="38100"/>
          </a:xfrm>
          <a:custGeom>
            <a:avLst/>
            <a:gdLst>
              <a:gd name="T0" fmla="*/ 0 w 30"/>
              <a:gd name="T1" fmla="*/ 24 h 24"/>
              <a:gd name="T2" fmla="*/ 30 w 30"/>
              <a:gd name="T3" fmla="*/ 0 h 24"/>
              <a:gd name="T4" fmla="*/ 0 w 30"/>
              <a:gd name="T5" fmla="*/ 24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" h="24">
                <a:moveTo>
                  <a:pt x="0" y="24"/>
                </a:moveTo>
                <a:lnTo>
                  <a:pt x="30" y="0"/>
                </a:lnTo>
                <a:lnTo>
                  <a:pt x="0" y="2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3490913" y="1721803"/>
            <a:ext cx="61913" cy="49213"/>
          </a:xfrm>
          <a:custGeom>
            <a:avLst/>
            <a:gdLst>
              <a:gd name="T0" fmla="*/ 0 w 39"/>
              <a:gd name="T1" fmla="*/ 31 h 31"/>
              <a:gd name="T2" fmla="*/ 39 w 39"/>
              <a:gd name="T3" fmla="*/ 0 h 31"/>
              <a:gd name="T4" fmla="*/ 0 w 39"/>
              <a:gd name="T5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" h="31">
                <a:moveTo>
                  <a:pt x="0" y="31"/>
                </a:moveTo>
                <a:lnTo>
                  <a:pt x="39" y="0"/>
                </a:lnTo>
                <a:lnTo>
                  <a:pt x="0" y="3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3513138" y="1753553"/>
            <a:ext cx="63500" cy="49213"/>
          </a:xfrm>
          <a:custGeom>
            <a:avLst/>
            <a:gdLst>
              <a:gd name="T0" fmla="*/ 40 w 40"/>
              <a:gd name="T1" fmla="*/ 0 h 31"/>
              <a:gd name="T2" fmla="*/ 0 w 40"/>
              <a:gd name="T3" fmla="*/ 31 h 31"/>
              <a:gd name="T4" fmla="*/ 40 w 40"/>
              <a:gd name="T5" fmla="*/ 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31">
                <a:moveTo>
                  <a:pt x="40" y="0"/>
                </a:moveTo>
                <a:lnTo>
                  <a:pt x="0" y="31"/>
                </a:lnTo>
                <a:lnTo>
                  <a:pt x="4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6" name="Freeform 10"/>
          <p:cNvSpPr>
            <a:spLocks/>
          </p:cNvSpPr>
          <p:nvPr/>
        </p:nvSpPr>
        <p:spPr bwMode="auto">
          <a:xfrm>
            <a:off x="3211513" y="2005965"/>
            <a:ext cx="42863" cy="33338"/>
          </a:xfrm>
          <a:custGeom>
            <a:avLst/>
            <a:gdLst>
              <a:gd name="T0" fmla="*/ 27 w 27"/>
              <a:gd name="T1" fmla="*/ 0 h 21"/>
              <a:gd name="T2" fmla="*/ 0 w 27"/>
              <a:gd name="T3" fmla="*/ 21 h 21"/>
              <a:gd name="T4" fmla="*/ 27 w 27"/>
              <a:gd name="T5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" h="21">
                <a:moveTo>
                  <a:pt x="27" y="0"/>
                </a:moveTo>
                <a:lnTo>
                  <a:pt x="0" y="21"/>
                </a:lnTo>
                <a:lnTo>
                  <a:pt x="27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7" name="Freeform 11"/>
          <p:cNvSpPr>
            <a:spLocks/>
          </p:cNvSpPr>
          <p:nvPr/>
        </p:nvSpPr>
        <p:spPr bwMode="auto">
          <a:xfrm>
            <a:off x="3160713" y="2064703"/>
            <a:ext cx="19050" cy="15875"/>
          </a:xfrm>
          <a:custGeom>
            <a:avLst/>
            <a:gdLst>
              <a:gd name="T0" fmla="*/ 12 w 12"/>
              <a:gd name="T1" fmla="*/ 0 h 10"/>
              <a:gd name="T2" fmla="*/ 0 w 12"/>
              <a:gd name="T3" fmla="*/ 10 h 10"/>
              <a:gd name="T4" fmla="*/ 12 w 12"/>
              <a:gd name="T5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10">
                <a:moveTo>
                  <a:pt x="12" y="0"/>
                </a:moveTo>
                <a:lnTo>
                  <a:pt x="0" y="10"/>
                </a:lnTo>
                <a:lnTo>
                  <a:pt x="12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8" name="Freeform 12"/>
          <p:cNvSpPr>
            <a:spLocks/>
          </p:cNvSpPr>
          <p:nvPr/>
        </p:nvSpPr>
        <p:spPr bwMode="auto">
          <a:xfrm>
            <a:off x="3754438" y="1739265"/>
            <a:ext cx="12700" cy="9525"/>
          </a:xfrm>
          <a:custGeom>
            <a:avLst/>
            <a:gdLst>
              <a:gd name="T0" fmla="*/ 8 w 8"/>
              <a:gd name="T1" fmla="*/ 0 h 6"/>
              <a:gd name="T2" fmla="*/ 0 w 8"/>
              <a:gd name="T3" fmla="*/ 6 h 6"/>
              <a:gd name="T4" fmla="*/ 8 w 8"/>
              <a:gd name="T5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" h="6">
                <a:moveTo>
                  <a:pt x="8" y="0"/>
                </a:moveTo>
                <a:lnTo>
                  <a:pt x="0" y="6"/>
                </a:lnTo>
                <a:lnTo>
                  <a:pt x="8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9" name="Freeform 13"/>
          <p:cNvSpPr>
            <a:spLocks/>
          </p:cNvSpPr>
          <p:nvPr/>
        </p:nvSpPr>
        <p:spPr bwMode="auto">
          <a:xfrm>
            <a:off x="3135313" y="2269490"/>
            <a:ext cx="68263" cy="53975"/>
          </a:xfrm>
          <a:custGeom>
            <a:avLst/>
            <a:gdLst>
              <a:gd name="T0" fmla="*/ 0 w 43"/>
              <a:gd name="T1" fmla="*/ 34 h 34"/>
              <a:gd name="T2" fmla="*/ 43 w 43"/>
              <a:gd name="T3" fmla="*/ 0 h 34"/>
              <a:gd name="T4" fmla="*/ 0 w 43"/>
              <a:gd name="T5" fmla="*/ 3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" h="34">
                <a:moveTo>
                  <a:pt x="0" y="34"/>
                </a:moveTo>
                <a:lnTo>
                  <a:pt x="43" y="0"/>
                </a:lnTo>
                <a:lnTo>
                  <a:pt x="0" y="3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" name="Freeform 14"/>
          <p:cNvSpPr>
            <a:spLocks/>
          </p:cNvSpPr>
          <p:nvPr/>
        </p:nvSpPr>
        <p:spPr bwMode="auto">
          <a:xfrm>
            <a:off x="3455988" y="2039303"/>
            <a:ext cx="41275" cy="33338"/>
          </a:xfrm>
          <a:custGeom>
            <a:avLst/>
            <a:gdLst>
              <a:gd name="T0" fmla="*/ 0 w 26"/>
              <a:gd name="T1" fmla="*/ 21 h 21"/>
              <a:gd name="T2" fmla="*/ 26 w 26"/>
              <a:gd name="T3" fmla="*/ 0 h 21"/>
              <a:gd name="T4" fmla="*/ 0 w 26"/>
              <a:gd name="T5" fmla="*/ 21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" h="21">
                <a:moveTo>
                  <a:pt x="0" y="21"/>
                </a:moveTo>
                <a:lnTo>
                  <a:pt x="26" y="0"/>
                </a:lnTo>
                <a:lnTo>
                  <a:pt x="0" y="2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1" name="Freeform 15"/>
          <p:cNvSpPr>
            <a:spLocks/>
          </p:cNvSpPr>
          <p:nvPr/>
        </p:nvSpPr>
        <p:spPr bwMode="auto">
          <a:xfrm>
            <a:off x="3529013" y="1994853"/>
            <a:ext cx="26988" cy="20638"/>
          </a:xfrm>
          <a:custGeom>
            <a:avLst/>
            <a:gdLst>
              <a:gd name="T0" fmla="*/ 0 w 17"/>
              <a:gd name="T1" fmla="*/ 13 h 13"/>
              <a:gd name="T2" fmla="*/ 17 w 17"/>
              <a:gd name="T3" fmla="*/ 0 h 13"/>
              <a:gd name="T4" fmla="*/ 0 w 17"/>
              <a:gd name="T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" h="13">
                <a:moveTo>
                  <a:pt x="0" y="13"/>
                </a:moveTo>
                <a:lnTo>
                  <a:pt x="17" y="0"/>
                </a:lnTo>
                <a:lnTo>
                  <a:pt x="0" y="13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2" name="Freeform 16"/>
          <p:cNvSpPr>
            <a:spLocks/>
          </p:cNvSpPr>
          <p:nvPr/>
        </p:nvSpPr>
        <p:spPr bwMode="auto">
          <a:xfrm>
            <a:off x="3475038" y="2071053"/>
            <a:ext cx="46038" cy="36513"/>
          </a:xfrm>
          <a:custGeom>
            <a:avLst/>
            <a:gdLst>
              <a:gd name="T0" fmla="*/ 29 w 29"/>
              <a:gd name="T1" fmla="*/ 0 h 23"/>
              <a:gd name="T2" fmla="*/ 0 w 29"/>
              <a:gd name="T3" fmla="*/ 23 h 23"/>
              <a:gd name="T4" fmla="*/ 29 w 29"/>
              <a:gd name="T5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" h="23">
                <a:moveTo>
                  <a:pt x="29" y="0"/>
                </a:moveTo>
                <a:lnTo>
                  <a:pt x="0" y="23"/>
                </a:lnTo>
                <a:lnTo>
                  <a:pt x="2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3" name="Freeform 17"/>
          <p:cNvSpPr>
            <a:spLocks/>
          </p:cNvSpPr>
          <p:nvPr/>
        </p:nvSpPr>
        <p:spPr bwMode="auto">
          <a:xfrm>
            <a:off x="3748088" y="1966278"/>
            <a:ext cx="46038" cy="38100"/>
          </a:xfrm>
          <a:custGeom>
            <a:avLst/>
            <a:gdLst>
              <a:gd name="T0" fmla="*/ 0 w 29"/>
              <a:gd name="T1" fmla="*/ 24 h 24"/>
              <a:gd name="T2" fmla="*/ 29 w 29"/>
              <a:gd name="T3" fmla="*/ 0 h 24"/>
              <a:gd name="T4" fmla="*/ 0 w 29"/>
              <a:gd name="T5" fmla="*/ 24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" h="24">
                <a:moveTo>
                  <a:pt x="0" y="24"/>
                </a:moveTo>
                <a:lnTo>
                  <a:pt x="29" y="0"/>
                </a:lnTo>
                <a:lnTo>
                  <a:pt x="0" y="2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4" name="Freeform 18"/>
          <p:cNvSpPr>
            <a:spLocks/>
          </p:cNvSpPr>
          <p:nvPr/>
        </p:nvSpPr>
        <p:spPr bwMode="auto">
          <a:xfrm>
            <a:off x="2763838" y="2782253"/>
            <a:ext cx="131763" cy="131763"/>
          </a:xfrm>
          <a:custGeom>
            <a:avLst/>
            <a:gdLst>
              <a:gd name="T0" fmla="*/ 0 w 83"/>
              <a:gd name="T1" fmla="*/ 83 h 83"/>
              <a:gd name="T2" fmla="*/ 83 w 83"/>
              <a:gd name="T3" fmla="*/ 0 h 83"/>
              <a:gd name="T4" fmla="*/ 0 w 83"/>
              <a:gd name="T5" fmla="*/ 83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3" h="83">
                <a:moveTo>
                  <a:pt x="0" y="83"/>
                </a:moveTo>
                <a:lnTo>
                  <a:pt x="83" y="0"/>
                </a:lnTo>
                <a:lnTo>
                  <a:pt x="0" y="83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5" name="Freeform 19"/>
          <p:cNvSpPr>
            <a:spLocks/>
          </p:cNvSpPr>
          <p:nvPr/>
        </p:nvSpPr>
        <p:spPr bwMode="auto">
          <a:xfrm>
            <a:off x="3714750" y="2064703"/>
            <a:ext cx="20638" cy="15875"/>
          </a:xfrm>
          <a:custGeom>
            <a:avLst/>
            <a:gdLst>
              <a:gd name="T0" fmla="*/ 13 w 13"/>
              <a:gd name="T1" fmla="*/ 0 h 10"/>
              <a:gd name="T2" fmla="*/ 0 w 13"/>
              <a:gd name="T3" fmla="*/ 10 h 10"/>
              <a:gd name="T4" fmla="*/ 13 w 13"/>
              <a:gd name="T5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0">
                <a:moveTo>
                  <a:pt x="13" y="0"/>
                </a:moveTo>
                <a:lnTo>
                  <a:pt x="0" y="10"/>
                </a:lnTo>
                <a:lnTo>
                  <a:pt x="13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6" name="Freeform 20"/>
          <p:cNvSpPr>
            <a:spLocks/>
          </p:cNvSpPr>
          <p:nvPr/>
        </p:nvSpPr>
        <p:spPr bwMode="auto">
          <a:xfrm>
            <a:off x="3497263" y="2329815"/>
            <a:ext cx="17463" cy="12700"/>
          </a:xfrm>
          <a:custGeom>
            <a:avLst/>
            <a:gdLst>
              <a:gd name="T0" fmla="*/ 0 w 11"/>
              <a:gd name="T1" fmla="*/ 8 h 8"/>
              <a:gd name="T2" fmla="*/ 11 w 11"/>
              <a:gd name="T3" fmla="*/ 0 h 8"/>
              <a:gd name="T4" fmla="*/ 0 w 11"/>
              <a:gd name="T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8">
                <a:moveTo>
                  <a:pt x="0" y="8"/>
                </a:moveTo>
                <a:lnTo>
                  <a:pt x="11" y="0"/>
                </a:lnTo>
                <a:lnTo>
                  <a:pt x="0" y="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7" name="Freeform 21"/>
          <p:cNvSpPr>
            <a:spLocks/>
          </p:cNvSpPr>
          <p:nvPr/>
        </p:nvSpPr>
        <p:spPr bwMode="auto">
          <a:xfrm>
            <a:off x="4352925" y="1704340"/>
            <a:ext cx="15875" cy="11113"/>
          </a:xfrm>
          <a:custGeom>
            <a:avLst/>
            <a:gdLst>
              <a:gd name="T0" fmla="*/ 10 w 10"/>
              <a:gd name="T1" fmla="*/ 0 h 7"/>
              <a:gd name="T2" fmla="*/ 0 w 10"/>
              <a:gd name="T3" fmla="*/ 7 h 7"/>
              <a:gd name="T4" fmla="*/ 10 w 10"/>
              <a:gd name="T5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" h="7">
                <a:moveTo>
                  <a:pt x="10" y="0"/>
                </a:moveTo>
                <a:lnTo>
                  <a:pt x="0" y="7"/>
                </a:lnTo>
                <a:lnTo>
                  <a:pt x="1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8" name="Freeform 22"/>
          <p:cNvSpPr>
            <a:spLocks/>
          </p:cNvSpPr>
          <p:nvPr/>
        </p:nvSpPr>
        <p:spPr bwMode="auto">
          <a:xfrm>
            <a:off x="4310063" y="1739265"/>
            <a:ext cx="12700" cy="9525"/>
          </a:xfrm>
          <a:custGeom>
            <a:avLst/>
            <a:gdLst>
              <a:gd name="T0" fmla="*/ 8 w 8"/>
              <a:gd name="T1" fmla="*/ 0 h 6"/>
              <a:gd name="T2" fmla="*/ 0 w 8"/>
              <a:gd name="T3" fmla="*/ 6 h 6"/>
              <a:gd name="T4" fmla="*/ 8 w 8"/>
              <a:gd name="T5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" h="6">
                <a:moveTo>
                  <a:pt x="8" y="0"/>
                </a:moveTo>
                <a:lnTo>
                  <a:pt x="0" y="6"/>
                </a:lnTo>
                <a:lnTo>
                  <a:pt x="8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9" name="Freeform 23"/>
          <p:cNvSpPr>
            <a:spLocks/>
          </p:cNvSpPr>
          <p:nvPr/>
        </p:nvSpPr>
        <p:spPr bwMode="auto">
          <a:xfrm>
            <a:off x="3689350" y="2269490"/>
            <a:ext cx="68263" cy="53975"/>
          </a:xfrm>
          <a:custGeom>
            <a:avLst/>
            <a:gdLst>
              <a:gd name="T0" fmla="*/ 0 w 43"/>
              <a:gd name="T1" fmla="*/ 34 h 34"/>
              <a:gd name="T2" fmla="*/ 43 w 43"/>
              <a:gd name="T3" fmla="*/ 0 h 34"/>
              <a:gd name="T4" fmla="*/ 0 w 43"/>
              <a:gd name="T5" fmla="*/ 3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" h="34">
                <a:moveTo>
                  <a:pt x="0" y="34"/>
                </a:moveTo>
                <a:lnTo>
                  <a:pt x="43" y="0"/>
                </a:lnTo>
                <a:lnTo>
                  <a:pt x="0" y="3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0" name="Freeform 24"/>
          <p:cNvSpPr>
            <a:spLocks/>
          </p:cNvSpPr>
          <p:nvPr/>
        </p:nvSpPr>
        <p:spPr bwMode="auto">
          <a:xfrm>
            <a:off x="3714750" y="2310765"/>
            <a:ext cx="57150" cy="44450"/>
          </a:xfrm>
          <a:custGeom>
            <a:avLst/>
            <a:gdLst>
              <a:gd name="T0" fmla="*/ 36 w 36"/>
              <a:gd name="T1" fmla="*/ 0 h 28"/>
              <a:gd name="T2" fmla="*/ 0 w 36"/>
              <a:gd name="T3" fmla="*/ 28 h 28"/>
              <a:gd name="T4" fmla="*/ 36 w 36"/>
              <a:gd name="T5" fmla="*/ 0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" h="28">
                <a:moveTo>
                  <a:pt x="36" y="0"/>
                </a:moveTo>
                <a:lnTo>
                  <a:pt x="0" y="28"/>
                </a:lnTo>
                <a:lnTo>
                  <a:pt x="36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1" name="Freeform 25"/>
          <p:cNvSpPr>
            <a:spLocks/>
          </p:cNvSpPr>
          <p:nvPr/>
        </p:nvSpPr>
        <p:spPr bwMode="auto">
          <a:xfrm>
            <a:off x="4303713" y="1966278"/>
            <a:ext cx="46038" cy="38100"/>
          </a:xfrm>
          <a:custGeom>
            <a:avLst/>
            <a:gdLst>
              <a:gd name="T0" fmla="*/ 0 w 29"/>
              <a:gd name="T1" fmla="*/ 24 h 24"/>
              <a:gd name="T2" fmla="*/ 29 w 29"/>
              <a:gd name="T3" fmla="*/ 0 h 24"/>
              <a:gd name="T4" fmla="*/ 0 w 29"/>
              <a:gd name="T5" fmla="*/ 24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" h="24">
                <a:moveTo>
                  <a:pt x="0" y="24"/>
                </a:moveTo>
                <a:lnTo>
                  <a:pt x="29" y="0"/>
                </a:lnTo>
                <a:lnTo>
                  <a:pt x="0" y="2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2" name="Freeform 26"/>
          <p:cNvSpPr>
            <a:spLocks/>
          </p:cNvSpPr>
          <p:nvPr/>
        </p:nvSpPr>
        <p:spPr bwMode="auto">
          <a:xfrm>
            <a:off x="4600575" y="1721803"/>
            <a:ext cx="60325" cy="49213"/>
          </a:xfrm>
          <a:custGeom>
            <a:avLst/>
            <a:gdLst>
              <a:gd name="T0" fmla="*/ 0 w 38"/>
              <a:gd name="T1" fmla="*/ 31 h 31"/>
              <a:gd name="T2" fmla="*/ 38 w 38"/>
              <a:gd name="T3" fmla="*/ 0 h 31"/>
              <a:gd name="T4" fmla="*/ 0 w 38"/>
              <a:gd name="T5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" h="31">
                <a:moveTo>
                  <a:pt x="0" y="31"/>
                </a:moveTo>
                <a:lnTo>
                  <a:pt x="38" y="0"/>
                </a:lnTo>
                <a:lnTo>
                  <a:pt x="0" y="3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3" name="Freeform 27"/>
          <p:cNvSpPr>
            <a:spLocks/>
          </p:cNvSpPr>
          <p:nvPr/>
        </p:nvSpPr>
        <p:spPr bwMode="auto">
          <a:xfrm>
            <a:off x="4622800" y="1753553"/>
            <a:ext cx="63500" cy="49213"/>
          </a:xfrm>
          <a:custGeom>
            <a:avLst/>
            <a:gdLst>
              <a:gd name="T0" fmla="*/ 40 w 40"/>
              <a:gd name="T1" fmla="*/ 0 h 31"/>
              <a:gd name="T2" fmla="*/ 0 w 40"/>
              <a:gd name="T3" fmla="*/ 31 h 31"/>
              <a:gd name="T4" fmla="*/ 40 w 40"/>
              <a:gd name="T5" fmla="*/ 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31">
                <a:moveTo>
                  <a:pt x="40" y="0"/>
                </a:moveTo>
                <a:lnTo>
                  <a:pt x="0" y="31"/>
                </a:lnTo>
                <a:lnTo>
                  <a:pt x="4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4" name="Freeform 28"/>
          <p:cNvSpPr>
            <a:spLocks/>
          </p:cNvSpPr>
          <p:nvPr/>
        </p:nvSpPr>
        <p:spPr bwMode="auto">
          <a:xfrm>
            <a:off x="4268788" y="2064703"/>
            <a:ext cx="20638" cy="15875"/>
          </a:xfrm>
          <a:custGeom>
            <a:avLst/>
            <a:gdLst>
              <a:gd name="T0" fmla="*/ 13 w 13"/>
              <a:gd name="T1" fmla="*/ 0 h 10"/>
              <a:gd name="T2" fmla="*/ 0 w 13"/>
              <a:gd name="T3" fmla="*/ 10 h 10"/>
              <a:gd name="T4" fmla="*/ 13 w 13"/>
              <a:gd name="T5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0">
                <a:moveTo>
                  <a:pt x="13" y="0"/>
                </a:moveTo>
                <a:lnTo>
                  <a:pt x="0" y="10"/>
                </a:lnTo>
                <a:lnTo>
                  <a:pt x="13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5" name="Freeform 29"/>
          <p:cNvSpPr>
            <a:spLocks/>
          </p:cNvSpPr>
          <p:nvPr/>
        </p:nvSpPr>
        <p:spPr bwMode="auto">
          <a:xfrm>
            <a:off x="4010025" y="2367915"/>
            <a:ext cx="11113" cy="7938"/>
          </a:xfrm>
          <a:custGeom>
            <a:avLst/>
            <a:gdLst>
              <a:gd name="T0" fmla="*/ 0 w 7"/>
              <a:gd name="T1" fmla="*/ 5 h 5"/>
              <a:gd name="T2" fmla="*/ 7 w 7"/>
              <a:gd name="T3" fmla="*/ 0 h 5"/>
              <a:gd name="T4" fmla="*/ 0 w 7"/>
              <a:gd name="T5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" h="5">
                <a:moveTo>
                  <a:pt x="0" y="5"/>
                </a:moveTo>
                <a:lnTo>
                  <a:pt x="7" y="0"/>
                </a:lnTo>
                <a:lnTo>
                  <a:pt x="0" y="5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6" name="Freeform 30"/>
          <p:cNvSpPr>
            <a:spLocks/>
          </p:cNvSpPr>
          <p:nvPr/>
        </p:nvSpPr>
        <p:spPr bwMode="auto">
          <a:xfrm>
            <a:off x="4244975" y="2269490"/>
            <a:ext cx="66675" cy="53975"/>
          </a:xfrm>
          <a:custGeom>
            <a:avLst/>
            <a:gdLst>
              <a:gd name="T0" fmla="*/ 0 w 42"/>
              <a:gd name="T1" fmla="*/ 34 h 34"/>
              <a:gd name="T2" fmla="*/ 42 w 42"/>
              <a:gd name="T3" fmla="*/ 0 h 34"/>
              <a:gd name="T4" fmla="*/ 0 w 42"/>
              <a:gd name="T5" fmla="*/ 3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" h="34">
                <a:moveTo>
                  <a:pt x="0" y="34"/>
                </a:moveTo>
                <a:lnTo>
                  <a:pt x="42" y="0"/>
                </a:lnTo>
                <a:lnTo>
                  <a:pt x="0" y="3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7" name="Freeform 31"/>
          <p:cNvSpPr>
            <a:spLocks/>
          </p:cNvSpPr>
          <p:nvPr/>
        </p:nvSpPr>
        <p:spPr bwMode="auto">
          <a:xfrm>
            <a:off x="4637088" y="1994853"/>
            <a:ext cx="28575" cy="20638"/>
          </a:xfrm>
          <a:custGeom>
            <a:avLst/>
            <a:gdLst>
              <a:gd name="T0" fmla="*/ 0 w 18"/>
              <a:gd name="T1" fmla="*/ 13 h 13"/>
              <a:gd name="T2" fmla="*/ 18 w 18"/>
              <a:gd name="T3" fmla="*/ 0 h 13"/>
              <a:gd name="T4" fmla="*/ 0 w 18"/>
              <a:gd name="T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" h="13">
                <a:moveTo>
                  <a:pt x="0" y="13"/>
                </a:moveTo>
                <a:lnTo>
                  <a:pt x="18" y="0"/>
                </a:lnTo>
                <a:lnTo>
                  <a:pt x="0" y="13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8" name="Freeform 32"/>
          <p:cNvSpPr>
            <a:spLocks/>
          </p:cNvSpPr>
          <p:nvPr/>
        </p:nvSpPr>
        <p:spPr bwMode="auto">
          <a:xfrm>
            <a:off x="4584700" y="2071053"/>
            <a:ext cx="46038" cy="36513"/>
          </a:xfrm>
          <a:custGeom>
            <a:avLst/>
            <a:gdLst>
              <a:gd name="T0" fmla="*/ 29 w 29"/>
              <a:gd name="T1" fmla="*/ 0 h 23"/>
              <a:gd name="T2" fmla="*/ 0 w 29"/>
              <a:gd name="T3" fmla="*/ 23 h 23"/>
              <a:gd name="T4" fmla="*/ 29 w 29"/>
              <a:gd name="T5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" h="23">
                <a:moveTo>
                  <a:pt x="29" y="0"/>
                </a:moveTo>
                <a:lnTo>
                  <a:pt x="0" y="23"/>
                </a:lnTo>
                <a:lnTo>
                  <a:pt x="2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9" name="Freeform 33"/>
          <p:cNvSpPr>
            <a:spLocks/>
          </p:cNvSpPr>
          <p:nvPr/>
        </p:nvSpPr>
        <p:spPr bwMode="auto">
          <a:xfrm>
            <a:off x="4268788" y="2310765"/>
            <a:ext cx="57150" cy="44450"/>
          </a:xfrm>
          <a:custGeom>
            <a:avLst/>
            <a:gdLst>
              <a:gd name="T0" fmla="*/ 36 w 36"/>
              <a:gd name="T1" fmla="*/ 0 h 28"/>
              <a:gd name="T2" fmla="*/ 0 w 36"/>
              <a:gd name="T3" fmla="*/ 28 h 28"/>
              <a:gd name="T4" fmla="*/ 36 w 36"/>
              <a:gd name="T5" fmla="*/ 0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" h="28">
                <a:moveTo>
                  <a:pt x="36" y="0"/>
                </a:moveTo>
                <a:lnTo>
                  <a:pt x="0" y="28"/>
                </a:lnTo>
                <a:lnTo>
                  <a:pt x="36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0" name="Freeform 34"/>
          <p:cNvSpPr>
            <a:spLocks/>
          </p:cNvSpPr>
          <p:nvPr/>
        </p:nvSpPr>
        <p:spPr bwMode="auto">
          <a:xfrm>
            <a:off x="5176838" y="1753553"/>
            <a:ext cx="65088" cy="49213"/>
          </a:xfrm>
          <a:custGeom>
            <a:avLst/>
            <a:gdLst>
              <a:gd name="T0" fmla="*/ 41 w 41"/>
              <a:gd name="T1" fmla="*/ 0 h 31"/>
              <a:gd name="T2" fmla="*/ 0 w 41"/>
              <a:gd name="T3" fmla="*/ 31 h 31"/>
              <a:gd name="T4" fmla="*/ 41 w 41"/>
              <a:gd name="T5" fmla="*/ 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1" h="31">
                <a:moveTo>
                  <a:pt x="41" y="0"/>
                </a:moveTo>
                <a:lnTo>
                  <a:pt x="0" y="31"/>
                </a:lnTo>
                <a:lnTo>
                  <a:pt x="41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" name="Freeform 35"/>
          <p:cNvSpPr>
            <a:spLocks/>
          </p:cNvSpPr>
          <p:nvPr/>
        </p:nvSpPr>
        <p:spPr bwMode="auto">
          <a:xfrm>
            <a:off x="4565650" y="2367915"/>
            <a:ext cx="9525" cy="7938"/>
          </a:xfrm>
          <a:custGeom>
            <a:avLst/>
            <a:gdLst>
              <a:gd name="T0" fmla="*/ 0 w 6"/>
              <a:gd name="T1" fmla="*/ 5 h 5"/>
              <a:gd name="T2" fmla="*/ 6 w 6"/>
              <a:gd name="T3" fmla="*/ 0 h 5"/>
              <a:gd name="T4" fmla="*/ 0 w 6"/>
              <a:gd name="T5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" h="5">
                <a:moveTo>
                  <a:pt x="0" y="5"/>
                </a:moveTo>
                <a:lnTo>
                  <a:pt x="6" y="0"/>
                </a:lnTo>
                <a:lnTo>
                  <a:pt x="0" y="5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2" name="Freeform 36"/>
          <p:cNvSpPr>
            <a:spLocks/>
          </p:cNvSpPr>
          <p:nvPr/>
        </p:nvSpPr>
        <p:spPr bwMode="auto">
          <a:xfrm>
            <a:off x="4606925" y="2329815"/>
            <a:ext cx="17463" cy="12700"/>
          </a:xfrm>
          <a:custGeom>
            <a:avLst/>
            <a:gdLst>
              <a:gd name="T0" fmla="*/ 0 w 11"/>
              <a:gd name="T1" fmla="*/ 8 h 8"/>
              <a:gd name="T2" fmla="*/ 11 w 11"/>
              <a:gd name="T3" fmla="*/ 0 h 8"/>
              <a:gd name="T4" fmla="*/ 0 w 11"/>
              <a:gd name="T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8">
                <a:moveTo>
                  <a:pt x="0" y="8"/>
                </a:moveTo>
                <a:lnTo>
                  <a:pt x="11" y="0"/>
                </a:lnTo>
                <a:lnTo>
                  <a:pt x="0" y="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3" name="Freeform 37"/>
          <p:cNvSpPr>
            <a:spLocks/>
          </p:cNvSpPr>
          <p:nvPr/>
        </p:nvSpPr>
        <p:spPr bwMode="auto">
          <a:xfrm>
            <a:off x="5462588" y="1704340"/>
            <a:ext cx="14288" cy="11113"/>
          </a:xfrm>
          <a:custGeom>
            <a:avLst/>
            <a:gdLst>
              <a:gd name="T0" fmla="*/ 9 w 9"/>
              <a:gd name="T1" fmla="*/ 0 h 7"/>
              <a:gd name="T2" fmla="*/ 0 w 9"/>
              <a:gd name="T3" fmla="*/ 7 h 7"/>
              <a:gd name="T4" fmla="*/ 9 w 9"/>
              <a:gd name="T5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" h="7">
                <a:moveTo>
                  <a:pt x="9" y="0"/>
                </a:moveTo>
                <a:lnTo>
                  <a:pt x="0" y="7"/>
                </a:lnTo>
                <a:lnTo>
                  <a:pt x="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4" name="Freeform 38"/>
          <p:cNvSpPr>
            <a:spLocks/>
          </p:cNvSpPr>
          <p:nvPr/>
        </p:nvSpPr>
        <p:spPr bwMode="auto">
          <a:xfrm>
            <a:off x="5418138" y="1739265"/>
            <a:ext cx="12700" cy="9525"/>
          </a:xfrm>
          <a:custGeom>
            <a:avLst/>
            <a:gdLst>
              <a:gd name="T0" fmla="*/ 8 w 8"/>
              <a:gd name="T1" fmla="*/ 0 h 6"/>
              <a:gd name="T2" fmla="*/ 0 w 8"/>
              <a:gd name="T3" fmla="*/ 6 h 6"/>
              <a:gd name="T4" fmla="*/ 8 w 8"/>
              <a:gd name="T5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" h="6">
                <a:moveTo>
                  <a:pt x="8" y="0"/>
                </a:moveTo>
                <a:lnTo>
                  <a:pt x="0" y="6"/>
                </a:lnTo>
                <a:lnTo>
                  <a:pt x="8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5" name="Freeform 39"/>
          <p:cNvSpPr>
            <a:spLocks/>
          </p:cNvSpPr>
          <p:nvPr/>
        </p:nvSpPr>
        <p:spPr bwMode="auto">
          <a:xfrm>
            <a:off x="5192713" y="1994853"/>
            <a:ext cx="28575" cy="20638"/>
          </a:xfrm>
          <a:custGeom>
            <a:avLst/>
            <a:gdLst>
              <a:gd name="T0" fmla="*/ 0 w 18"/>
              <a:gd name="T1" fmla="*/ 13 h 13"/>
              <a:gd name="T2" fmla="*/ 18 w 18"/>
              <a:gd name="T3" fmla="*/ 0 h 13"/>
              <a:gd name="T4" fmla="*/ 0 w 18"/>
              <a:gd name="T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" h="13">
                <a:moveTo>
                  <a:pt x="0" y="13"/>
                </a:moveTo>
                <a:lnTo>
                  <a:pt x="18" y="0"/>
                </a:lnTo>
                <a:lnTo>
                  <a:pt x="0" y="13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6" name="Freeform 40"/>
          <p:cNvSpPr>
            <a:spLocks/>
          </p:cNvSpPr>
          <p:nvPr/>
        </p:nvSpPr>
        <p:spPr bwMode="auto">
          <a:xfrm>
            <a:off x="5140325" y="2071053"/>
            <a:ext cx="46038" cy="36513"/>
          </a:xfrm>
          <a:custGeom>
            <a:avLst/>
            <a:gdLst>
              <a:gd name="T0" fmla="*/ 29 w 29"/>
              <a:gd name="T1" fmla="*/ 0 h 23"/>
              <a:gd name="T2" fmla="*/ 0 w 29"/>
              <a:gd name="T3" fmla="*/ 23 h 23"/>
              <a:gd name="T4" fmla="*/ 29 w 29"/>
              <a:gd name="T5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" h="23">
                <a:moveTo>
                  <a:pt x="29" y="0"/>
                </a:moveTo>
                <a:lnTo>
                  <a:pt x="0" y="23"/>
                </a:lnTo>
                <a:lnTo>
                  <a:pt x="2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7" name="Freeform 41"/>
          <p:cNvSpPr>
            <a:spLocks/>
          </p:cNvSpPr>
          <p:nvPr/>
        </p:nvSpPr>
        <p:spPr bwMode="auto">
          <a:xfrm>
            <a:off x="5411788" y="1966278"/>
            <a:ext cx="46038" cy="38100"/>
          </a:xfrm>
          <a:custGeom>
            <a:avLst/>
            <a:gdLst>
              <a:gd name="T0" fmla="*/ 0 w 29"/>
              <a:gd name="T1" fmla="*/ 24 h 24"/>
              <a:gd name="T2" fmla="*/ 29 w 29"/>
              <a:gd name="T3" fmla="*/ 0 h 24"/>
              <a:gd name="T4" fmla="*/ 0 w 29"/>
              <a:gd name="T5" fmla="*/ 24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" h="24">
                <a:moveTo>
                  <a:pt x="0" y="24"/>
                </a:moveTo>
                <a:lnTo>
                  <a:pt x="29" y="0"/>
                </a:lnTo>
                <a:lnTo>
                  <a:pt x="0" y="2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8" name="Freeform 42"/>
          <p:cNvSpPr>
            <a:spLocks/>
          </p:cNvSpPr>
          <p:nvPr/>
        </p:nvSpPr>
        <p:spPr bwMode="auto">
          <a:xfrm>
            <a:off x="5710238" y="1721803"/>
            <a:ext cx="61913" cy="49213"/>
          </a:xfrm>
          <a:custGeom>
            <a:avLst/>
            <a:gdLst>
              <a:gd name="T0" fmla="*/ 0 w 39"/>
              <a:gd name="T1" fmla="*/ 31 h 31"/>
              <a:gd name="T2" fmla="*/ 39 w 39"/>
              <a:gd name="T3" fmla="*/ 0 h 31"/>
              <a:gd name="T4" fmla="*/ 0 w 39"/>
              <a:gd name="T5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" h="31">
                <a:moveTo>
                  <a:pt x="0" y="31"/>
                </a:moveTo>
                <a:lnTo>
                  <a:pt x="39" y="0"/>
                </a:lnTo>
                <a:lnTo>
                  <a:pt x="0" y="3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9" name="Freeform 43"/>
          <p:cNvSpPr>
            <a:spLocks/>
          </p:cNvSpPr>
          <p:nvPr/>
        </p:nvSpPr>
        <p:spPr bwMode="auto">
          <a:xfrm>
            <a:off x="5732463" y="1753553"/>
            <a:ext cx="63500" cy="49213"/>
          </a:xfrm>
          <a:custGeom>
            <a:avLst/>
            <a:gdLst>
              <a:gd name="T0" fmla="*/ 40 w 40"/>
              <a:gd name="T1" fmla="*/ 0 h 31"/>
              <a:gd name="T2" fmla="*/ 0 w 40"/>
              <a:gd name="T3" fmla="*/ 31 h 31"/>
              <a:gd name="T4" fmla="*/ 40 w 40"/>
              <a:gd name="T5" fmla="*/ 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31">
                <a:moveTo>
                  <a:pt x="40" y="0"/>
                </a:moveTo>
                <a:lnTo>
                  <a:pt x="0" y="31"/>
                </a:lnTo>
                <a:lnTo>
                  <a:pt x="4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0" name="Freeform 44"/>
          <p:cNvSpPr>
            <a:spLocks/>
          </p:cNvSpPr>
          <p:nvPr/>
        </p:nvSpPr>
        <p:spPr bwMode="auto">
          <a:xfrm>
            <a:off x="5162550" y="2329815"/>
            <a:ext cx="15875" cy="12700"/>
          </a:xfrm>
          <a:custGeom>
            <a:avLst/>
            <a:gdLst>
              <a:gd name="T0" fmla="*/ 0 w 10"/>
              <a:gd name="T1" fmla="*/ 8 h 8"/>
              <a:gd name="T2" fmla="*/ 10 w 10"/>
              <a:gd name="T3" fmla="*/ 0 h 8"/>
              <a:gd name="T4" fmla="*/ 0 w 10"/>
              <a:gd name="T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" h="8">
                <a:moveTo>
                  <a:pt x="0" y="8"/>
                </a:moveTo>
                <a:lnTo>
                  <a:pt x="10" y="0"/>
                </a:lnTo>
                <a:lnTo>
                  <a:pt x="0" y="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1" name="Freeform 45"/>
          <p:cNvSpPr>
            <a:spLocks/>
          </p:cNvSpPr>
          <p:nvPr/>
        </p:nvSpPr>
        <p:spPr bwMode="auto">
          <a:xfrm>
            <a:off x="5746750" y="1994853"/>
            <a:ext cx="26988" cy="20638"/>
          </a:xfrm>
          <a:custGeom>
            <a:avLst/>
            <a:gdLst>
              <a:gd name="T0" fmla="*/ 0 w 17"/>
              <a:gd name="T1" fmla="*/ 13 h 13"/>
              <a:gd name="T2" fmla="*/ 17 w 17"/>
              <a:gd name="T3" fmla="*/ 0 h 13"/>
              <a:gd name="T4" fmla="*/ 0 w 17"/>
              <a:gd name="T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" h="13">
                <a:moveTo>
                  <a:pt x="0" y="13"/>
                </a:moveTo>
                <a:lnTo>
                  <a:pt x="17" y="0"/>
                </a:lnTo>
                <a:lnTo>
                  <a:pt x="0" y="13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2" name="Freeform 46"/>
          <p:cNvSpPr>
            <a:spLocks/>
          </p:cNvSpPr>
          <p:nvPr/>
        </p:nvSpPr>
        <p:spPr bwMode="auto">
          <a:xfrm>
            <a:off x="5694363" y="2071053"/>
            <a:ext cx="46038" cy="36513"/>
          </a:xfrm>
          <a:custGeom>
            <a:avLst/>
            <a:gdLst>
              <a:gd name="T0" fmla="*/ 29 w 29"/>
              <a:gd name="T1" fmla="*/ 0 h 23"/>
              <a:gd name="T2" fmla="*/ 0 w 29"/>
              <a:gd name="T3" fmla="*/ 23 h 23"/>
              <a:gd name="T4" fmla="*/ 29 w 29"/>
              <a:gd name="T5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" h="23">
                <a:moveTo>
                  <a:pt x="29" y="0"/>
                </a:moveTo>
                <a:lnTo>
                  <a:pt x="0" y="23"/>
                </a:lnTo>
                <a:lnTo>
                  <a:pt x="2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3" name="Freeform 47"/>
          <p:cNvSpPr>
            <a:spLocks/>
          </p:cNvSpPr>
          <p:nvPr/>
        </p:nvSpPr>
        <p:spPr bwMode="auto">
          <a:xfrm>
            <a:off x="5716588" y="2329815"/>
            <a:ext cx="17463" cy="12700"/>
          </a:xfrm>
          <a:custGeom>
            <a:avLst/>
            <a:gdLst>
              <a:gd name="T0" fmla="*/ 0 w 11"/>
              <a:gd name="T1" fmla="*/ 8 h 8"/>
              <a:gd name="T2" fmla="*/ 11 w 11"/>
              <a:gd name="T3" fmla="*/ 0 h 8"/>
              <a:gd name="T4" fmla="*/ 0 w 11"/>
              <a:gd name="T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8">
                <a:moveTo>
                  <a:pt x="0" y="8"/>
                </a:moveTo>
                <a:lnTo>
                  <a:pt x="11" y="0"/>
                </a:lnTo>
                <a:lnTo>
                  <a:pt x="0" y="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4" name="Freeform 48"/>
          <p:cNvSpPr>
            <a:spLocks/>
          </p:cNvSpPr>
          <p:nvPr/>
        </p:nvSpPr>
        <p:spPr bwMode="auto">
          <a:xfrm>
            <a:off x="6037263" y="1166178"/>
            <a:ext cx="133350" cy="131763"/>
          </a:xfrm>
          <a:custGeom>
            <a:avLst/>
            <a:gdLst>
              <a:gd name="T0" fmla="*/ 0 w 84"/>
              <a:gd name="T1" fmla="*/ 83 h 83"/>
              <a:gd name="T2" fmla="*/ 84 w 84"/>
              <a:gd name="T3" fmla="*/ 0 h 83"/>
              <a:gd name="T4" fmla="*/ 0 w 84"/>
              <a:gd name="T5" fmla="*/ 83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4" h="83">
                <a:moveTo>
                  <a:pt x="0" y="83"/>
                </a:moveTo>
                <a:lnTo>
                  <a:pt x="84" y="0"/>
                </a:lnTo>
                <a:lnTo>
                  <a:pt x="0" y="83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5" name="Freeform 49"/>
          <p:cNvSpPr>
            <a:spLocks/>
          </p:cNvSpPr>
          <p:nvPr/>
        </p:nvSpPr>
        <p:spPr bwMode="auto">
          <a:xfrm>
            <a:off x="3171825" y="1748790"/>
            <a:ext cx="26988" cy="228600"/>
          </a:xfrm>
          <a:custGeom>
            <a:avLst/>
            <a:gdLst>
              <a:gd name="T0" fmla="*/ 17 w 17"/>
              <a:gd name="T1" fmla="*/ 0 h 144"/>
              <a:gd name="T2" fmla="*/ 0 w 17"/>
              <a:gd name="T3" fmla="*/ 144 h 144"/>
              <a:gd name="T4" fmla="*/ 17 w 17"/>
              <a:gd name="T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" h="144">
                <a:moveTo>
                  <a:pt x="17" y="0"/>
                </a:moveTo>
                <a:lnTo>
                  <a:pt x="0" y="144"/>
                </a:lnTo>
                <a:lnTo>
                  <a:pt x="17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6" name="Freeform 50"/>
          <p:cNvSpPr>
            <a:spLocks/>
          </p:cNvSpPr>
          <p:nvPr/>
        </p:nvSpPr>
        <p:spPr bwMode="auto">
          <a:xfrm>
            <a:off x="3130550" y="2080578"/>
            <a:ext cx="30163" cy="238125"/>
          </a:xfrm>
          <a:custGeom>
            <a:avLst/>
            <a:gdLst>
              <a:gd name="T0" fmla="*/ 19 w 19"/>
              <a:gd name="T1" fmla="*/ 0 h 150"/>
              <a:gd name="T2" fmla="*/ 0 w 19"/>
              <a:gd name="T3" fmla="*/ 150 h 150"/>
              <a:gd name="T4" fmla="*/ 19 w 19"/>
              <a:gd name="T5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" h="150">
                <a:moveTo>
                  <a:pt x="19" y="0"/>
                </a:moveTo>
                <a:lnTo>
                  <a:pt x="0" y="150"/>
                </a:lnTo>
                <a:lnTo>
                  <a:pt x="1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7" name="Freeform 51"/>
          <p:cNvSpPr>
            <a:spLocks/>
          </p:cNvSpPr>
          <p:nvPr/>
        </p:nvSpPr>
        <p:spPr bwMode="auto">
          <a:xfrm>
            <a:off x="3203575" y="2117090"/>
            <a:ext cx="17463" cy="152400"/>
          </a:xfrm>
          <a:custGeom>
            <a:avLst/>
            <a:gdLst>
              <a:gd name="T0" fmla="*/ 0 w 11"/>
              <a:gd name="T1" fmla="*/ 96 h 96"/>
              <a:gd name="T2" fmla="*/ 11 w 11"/>
              <a:gd name="T3" fmla="*/ 0 h 96"/>
              <a:gd name="T4" fmla="*/ 0 w 11"/>
              <a:gd name="T5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96">
                <a:moveTo>
                  <a:pt x="0" y="96"/>
                </a:moveTo>
                <a:lnTo>
                  <a:pt x="11" y="0"/>
                </a:lnTo>
                <a:lnTo>
                  <a:pt x="0" y="9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8" name="Freeform 52"/>
          <p:cNvSpPr>
            <a:spLocks/>
          </p:cNvSpPr>
          <p:nvPr/>
        </p:nvSpPr>
        <p:spPr bwMode="auto">
          <a:xfrm>
            <a:off x="3240088" y="1801178"/>
            <a:ext cx="20638" cy="165100"/>
          </a:xfrm>
          <a:custGeom>
            <a:avLst/>
            <a:gdLst>
              <a:gd name="T0" fmla="*/ 0 w 13"/>
              <a:gd name="T1" fmla="*/ 104 h 104"/>
              <a:gd name="T2" fmla="*/ 13 w 13"/>
              <a:gd name="T3" fmla="*/ 0 h 104"/>
              <a:gd name="T4" fmla="*/ 0 w 13"/>
              <a:gd name="T5" fmla="*/ 10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04">
                <a:moveTo>
                  <a:pt x="0" y="104"/>
                </a:moveTo>
                <a:lnTo>
                  <a:pt x="13" y="0"/>
                </a:lnTo>
                <a:lnTo>
                  <a:pt x="0" y="10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9" name="Freeform 53"/>
          <p:cNvSpPr>
            <a:spLocks/>
          </p:cNvSpPr>
          <p:nvPr/>
        </p:nvSpPr>
        <p:spPr bwMode="auto">
          <a:xfrm>
            <a:off x="3492500" y="1802765"/>
            <a:ext cx="20638" cy="166688"/>
          </a:xfrm>
          <a:custGeom>
            <a:avLst/>
            <a:gdLst>
              <a:gd name="T0" fmla="*/ 13 w 13"/>
              <a:gd name="T1" fmla="*/ 0 h 105"/>
              <a:gd name="T2" fmla="*/ 0 w 13"/>
              <a:gd name="T3" fmla="*/ 105 h 105"/>
              <a:gd name="T4" fmla="*/ 13 w 13"/>
              <a:gd name="T5" fmla="*/ 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05">
                <a:moveTo>
                  <a:pt x="13" y="0"/>
                </a:moveTo>
                <a:lnTo>
                  <a:pt x="0" y="105"/>
                </a:lnTo>
                <a:lnTo>
                  <a:pt x="13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0" name="Freeform 54"/>
          <p:cNvSpPr>
            <a:spLocks/>
          </p:cNvSpPr>
          <p:nvPr/>
        </p:nvSpPr>
        <p:spPr bwMode="auto">
          <a:xfrm>
            <a:off x="3454400" y="2107565"/>
            <a:ext cx="20638" cy="179388"/>
          </a:xfrm>
          <a:custGeom>
            <a:avLst/>
            <a:gdLst>
              <a:gd name="T0" fmla="*/ 13 w 13"/>
              <a:gd name="T1" fmla="*/ 0 h 113"/>
              <a:gd name="T2" fmla="*/ 0 w 13"/>
              <a:gd name="T3" fmla="*/ 113 h 113"/>
              <a:gd name="T4" fmla="*/ 13 w 13"/>
              <a:gd name="T5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13">
                <a:moveTo>
                  <a:pt x="13" y="0"/>
                </a:moveTo>
                <a:lnTo>
                  <a:pt x="0" y="113"/>
                </a:lnTo>
                <a:lnTo>
                  <a:pt x="13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1" name="Freeform 55"/>
          <p:cNvSpPr>
            <a:spLocks/>
          </p:cNvSpPr>
          <p:nvPr/>
        </p:nvSpPr>
        <p:spPr bwMode="auto">
          <a:xfrm>
            <a:off x="2763838" y="1166178"/>
            <a:ext cx="0" cy="1747838"/>
          </a:xfrm>
          <a:custGeom>
            <a:avLst/>
            <a:gdLst>
              <a:gd name="T0" fmla="*/ 1101 h 1101"/>
              <a:gd name="T1" fmla="*/ 0 h 1101"/>
              <a:gd name="T2" fmla="*/ 1101 h 110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101">
                <a:moveTo>
                  <a:pt x="0" y="1101"/>
                </a:moveTo>
                <a:lnTo>
                  <a:pt x="0" y="0"/>
                </a:lnTo>
                <a:lnTo>
                  <a:pt x="0" y="110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2" name="Freeform 56"/>
          <p:cNvSpPr>
            <a:spLocks/>
          </p:cNvSpPr>
          <p:nvPr/>
        </p:nvSpPr>
        <p:spPr bwMode="auto">
          <a:xfrm>
            <a:off x="2895600" y="1297940"/>
            <a:ext cx="0" cy="1484313"/>
          </a:xfrm>
          <a:custGeom>
            <a:avLst/>
            <a:gdLst>
              <a:gd name="T0" fmla="*/ 935 h 935"/>
              <a:gd name="T1" fmla="*/ 0 h 935"/>
              <a:gd name="T2" fmla="*/ 935 h 935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935">
                <a:moveTo>
                  <a:pt x="0" y="935"/>
                </a:moveTo>
                <a:lnTo>
                  <a:pt x="0" y="0"/>
                </a:lnTo>
                <a:lnTo>
                  <a:pt x="0" y="935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3" name="Freeform 57"/>
          <p:cNvSpPr>
            <a:spLocks/>
          </p:cNvSpPr>
          <p:nvPr/>
        </p:nvSpPr>
        <p:spPr bwMode="auto">
          <a:xfrm>
            <a:off x="2973388" y="1377315"/>
            <a:ext cx="0" cy="1325563"/>
          </a:xfrm>
          <a:custGeom>
            <a:avLst/>
            <a:gdLst>
              <a:gd name="T0" fmla="*/ 835 h 835"/>
              <a:gd name="T1" fmla="*/ 0 h 835"/>
              <a:gd name="T2" fmla="*/ 835 h 835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835">
                <a:moveTo>
                  <a:pt x="0" y="835"/>
                </a:moveTo>
                <a:lnTo>
                  <a:pt x="0" y="0"/>
                </a:lnTo>
                <a:lnTo>
                  <a:pt x="0" y="835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4" name="Freeform 58"/>
          <p:cNvSpPr>
            <a:spLocks/>
          </p:cNvSpPr>
          <p:nvPr/>
        </p:nvSpPr>
        <p:spPr bwMode="auto">
          <a:xfrm>
            <a:off x="3514725" y="2099628"/>
            <a:ext cx="28575" cy="230188"/>
          </a:xfrm>
          <a:custGeom>
            <a:avLst/>
            <a:gdLst>
              <a:gd name="T0" fmla="*/ 0 w 18"/>
              <a:gd name="T1" fmla="*/ 145 h 145"/>
              <a:gd name="T2" fmla="*/ 18 w 18"/>
              <a:gd name="T3" fmla="*/ 0 h 145"/>
              <a:gd name="T4" fmla="*/ 0 w 18"/>
              <a:gd name="T5" fmla="*/ 14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" h="145">
                <a:moveTo>
                  <a:pt x="0" y="145"/>
                </a:moveTo>
                <a:lnTo>
                  <a:pt x="18" y="0"/>
                </a:lnTo>
                <a:lnTo>
                  <a:pt x="0" y="145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5" name="Freeform 59"/>
          <p:cNvSpPr>
            <a:spLocks/>
          </p:cNvSpPr>
          <p:nvPr/>
        </p:nvSpPr>
        <p:spPr bwMode="auto">
          <a:xfrm>
            <a:off x="3556000" y="1763078"/>
            <a:ext cx="28575" cy="231775"/>
          </a:xfrm>
          <a:custGeom>
            <a:avLst/>
            <a:gdLst>
              <a:gd name="T0" fmla="*/ 0 w 18"/>
              <a:gd name="T1" fmla="*/ 146 h 146"/>
              <a:gd name="T2" fmla="*/ 18 w 18"/>
              <a:gd name="T3" fmla="*/ 0 h 146"/>
              <a:gd name="T4" fmla="*/ 0 w 18"/>
              <a:gd name="T5" fmla="*/ 146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" h="146">
                <a:moveTo>
                  <a:pt x="0" y="146"/>
                </a:moveTo>
                <a:lnTo>
                  <a:pt x="18" y="0"/>
                </a:lnTo>
                <a:lnTo>
                  <a:pt x="0" y="14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6" name="Freeform 60"/>
          <p:cNvSpPr>
            <a:spLocks/>
          </p:cNvSpPr>
          <p:nvPr/>
        </p:nvSpPr>
        <p:spPr bwMode="auto">
          <a:xfrm>
            <a:off x="3727450" y="1748790"/>
            <a:ext cx="26988" cy="228600"/>
          </a:xfrm>
          <a:custGeom>
            <a:avLst/>
            <a:gdLst>
              <a:gd name="T0" fmla="*/ 17 w 17"/>
              <a:gd name="T1" fmla="*/ 0 h 144"/>
              <a:gd name="T2" fmla="*/ 0 w 17"/>
              <a:gd name="T3" fmla="*/ 144 h 144"/>
              <a:gd name="T4" fmla="*/ 17 w 17"/>
              <a:gd name="T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" h="144">
                <a:moveTo>
                  <a:pt x="17" y="0"/>
                </a:moveTo>
                <a:lnTo>
                  <a:pt x="0" y="144"/>
                </a:lnTo>
                <a:lnTo>
                  <a:pt x="17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7" name="Freeform 61"/>
          <p:cNvSpPr>
            <a:spLocks/>
          </p:cNvSpPr>
          <p:nvPr/>
        </p:nvSpPr>
        <p:spPr bwMode="auto">
          <a:xfrm>
            <a:off x="3684588" y="2080578"/>
            <a:ext cx="30163" cy="238125"/>
          </a:xfrm>
          <a:custGeom>
            <a:avLst/>
            <a:gdLst>
              <a:gd name="T0" fmla="*/ 19 w 19"/>
              <a:gd name="T1" fmla="*/ 0 h 150"/>
              <a:gd name="T2" fmla="*/ 0 w 19"/>
              <a:gd name="T3" fmla="*/ 150 h 150"/>
              <a:gd name="T4" fmla="*/ 19 w 19"/>
              <a:gd name="T5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" h="150">
                <a:moveTo>
                  <a:pt x="19" y="0"/>
                </a:moveTo>
                <a:lnTo>
                  <a:pt x="0" y="150"/>
                </a:lnTo>
                <a:lnTo>
                  <a:pt x="1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8" name="Freeform 62"/>
          <p:cNvSpPr>
            <a:spLocks/>
          </p:cNvSpPr>
          <p:nvPr/>
        </p:nvSpPr>
        <p:spPr bwMode="auto">
          <a:xfrm>
            <a:off x="3757613" y="2117090"/>
            <a:ext cx="17463" cy="152400"/>
          </a:xfrm>
          <a:custGeom>
            <a:avLst/>
            <a:gdLst>
              <a:gd name="T0" fmla="*/ 0 w 11"/>
              <a:gd name="T1" fmla="*/ 96 h 96"/>
              <a:gd name="T2" fmla="*/ 11 w 11"/>
              <a:gd name="T3" fmla="*/ 0 h 96"/>
              <a:gd name="T4" fmla="*/ 0 w 11"/>
              <a:gd name="T5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96">
                <a:moveTo>
                  <a:pt x="0" y="96"/>
                </a:moveTo>
                <a:lnTo>
                  <a:pt x="11" y="0"/>
                </a:lnTo>
                <a:lnTo>
                  <a:pt x="0" y="9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9" name="Freeform 63"/>
          <p:cNvSpPr>
            <a:spLocks/>
          </p:cNvSpPr>
          <p:nvPr/>
        </p:nvSpPr>
        <p:spPr bwMode="auto">
          <a:xfrm>
            <a:off x="3794125" y="1801178"/>
            <a:ext cx="20638" cy="165100"/>
          </a:xfrm>
          <a:custGeom>
            <a:avLst/>
            <a:gdLst>
              <a:gd name="T0" fmla="*/ 0 w 13"/>
              <a:gd name="T1" fmla="*/ 104 h 104"/>
              <a:gd name="T2" fmla="*/ 13 w 13"/>
              <a:gd name="T3" fmla="*/ 0 h 104"/>
              <a:gd name="T4" fmla="*/ 0 w 13"/>
              <a:gd name="T5" fmla="*/ 10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04">
                <a:moveTo>
                  <a:pt x="0" y="104"/>
                </a:moveTo>
                <a:lnTo>
                  <a:pt x="13" y="0"/>
                </a:lnTo>
                <a:lnTo>
                  <a:pt x="0" y="10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0" name="Freeform 64"/>
          <p:cNvSpPr>
            <a:spLocks/>
          </p:cNvSpPr>
          <p:nvPr/>
        </p:nvSpPr>
        <p:spPr bwMode="auto">
          <a:xfrm>
            <a:off x="4281488" y="1748790"/>
            <a:ext cx="28575" cy="228600"/>
          </a:xfrm>
          <a:custGeom>
            <a:avLst/>
            <a:gdLst>
              <a:gd name="T0" fmla="*/ 18 w 18"/>
              <a:gd name="T1" fmla="*/ 0 h 144"/>
              <a:gd name="T2" fmla="*/ 0 w 18"/>
              <a:gd name="T3" fmla="*/ 144 h 144"/>
              <a:gd name="T4" fmla="*/ 18 w 18"/>
              <a:gd name="T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" h="144">
                <a:moveTo>
                  <a:pt x="18" y="0"/>
                </a:moveTo>
                <a:lnTo>
                  <a:pt x="0" y="144"/>
                </a:lnTo>
                <a:lnTo>
                  <a:pt x="18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1" name="Freeform 65"/>
          <p:cNvSpPr>
            <a:spLocks/>
          </p:cNvSpPr>
          <p:nvPr/>
        </p:nvSpPr>
        <p:spPr bwMode="auto">
          <a:xfrm>
            <a:off x="4240213" y="2080578"/>
            <a:ext cx="28575" cy="238125"/>
          </a:xfrm>
          <a:custGeom>
            <a:avLst/>
            <a:gdLst>
              <a:gd name="T0" fmla="*/ 18 w 18"/>
              <a:gd name="T1" fmla="*/ 0 h 150"/>
              <a:gd name="T2" fmla="*/ 0 w 18"/>
              <a:gd name="T3" fmla="*/ 150 h 150"/>
              <a:gd name="T4" fmla="*/ 18 w 18"/>
              <a:gd name="T5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" h="150">
                <a:moveTo>
                  <a:pt x="18" y="0"/>
                </a:moveTo>
                <a:lnTo>
                  <a:pt x="0" y="150"/>
                </a:lnTo>
                <a:lnTo>
                  <a:pt x="18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2" name="Freeform 66"/>
          <p:cNvSpPr>
            <a:spLocks/>
          </p:cNvSpPr>
          <p:nvPr/>
        </p:nvSpPr>
        <p:spPr bwMode="auto">
          <a:xfrm>
            <a:off x="4311650" y="2117090"/>
            <a:ext cx="19050" cy="152400"/>
          </a:xfrm>
          <a:custGeom>
            <a:avLst/>
            <a:gdLst>
              <a:gd name="T0" fmla="*/ 0 w 12"/>
              <a:gd name="T1" fmla="*/ 96 h 96"/>
              <a:gd name="T2" fmla="*/ 12 w 12"/>
              <a:gd name="T3" fmla="*/ 0 h 96"/>
              <a:gd name="T4" fmla="*/ 0 w 12"/>
              <a:gd name="T5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96">
                <a:moveTo>
                  <a:pt x="0" y="96"/>
                </a:moveTo>
                <a:lnTo>
                  <a:pt x="12" y="0"/>
                </a:lnTo>
                <a:lnTo>
                  <a:pt x="0" y="9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3" name="Freeform 67"/>
          <p:cNvSpPr>
            <a:spLocks/>
          </p:cNvSpPr>
          <p:nvPr/>
        </p:nvSpPr>
        <p:spPr bwMode="auto">
          <a:xfrm>
            <a:off x="4349750" y="1801178"/>
            <a:ext cx="19050" cy="165100"/>
          </a:xfrm>
          <a:custGeom>
            <a:avLst/>
            <a:gdLst>
              <a:gd name="T0" fmla="*/ 0 w 12"/>
              <a:gd name="T1" fmla="*/ 104 h 104"/>
              <a:gd name="T2" fmla="*/ 12 w 12"/>
              <a:gd name="T3" fmla="*/ 0 h 104"/>
              <a:gd name="T4" fmla="*/ 0 w 12"/>
              <a:gd name="T5" fmla="*/ 10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104">
                <a:moveTo>
                  <a:pt x="0" y="104"/>
                </a:moveTo>
                <a:lnTo>
                  <a:pt x="12" y="0"/>
                </a:lnTo>
                <a:lnTo>
                  <a:pt x="0" y="10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4" name="Freeform 68"/>
          <p:cNvSpPr>
            <a:spLocks/>
          </p:cNvSpPr>
          <p:nvPr/>
        </p:nvSpPr>
        <p:spPr bwMode="auto">
          <a:xfrm>
            <a:off x="4602163" y="1802765"/>
            <a:ext cx="20638" cy="166688"/>
          </a:xfrm>
          <a:custGeom>
            <a:avLst/>
            <a:gdLst>
              <a:gd name="T0" fmla="*/ 13 w 13"/>
              <a:gd name="T1" fmla="*/ 0 h 105"/>
              <a:gd name="T2" fmla="*/ 0 w 13"/>
              <a:gd name="T3" fmla="*/ 105 h 105"/>
              <a:gd name="T4" fmla="*/ 13 w 13"/>
              <a:gd name="T5" fmla="*/ 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05">
                <a:moveTo>
                  <a:pt x="13" y="0"/>
                </a:moveTo>
                <a:lnTo>
                  <a:pt x="0" y="105"/>
                </a:lnTo>
                <a:lnTo>
                  <a:pt x="13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5" name="Freeform 69"/>
          <p:cNvSpPr>
            <a:spLocks/>
          </p:cNvSpPr>
          <p:nvPr/>
        </p:nvSpPr>
        <p:spPr bwMode="auto">
          <a:xfrm>
            <a:off x="4562475" y="2107565"/>
            <a:ext cx="22225" cy="179388"/>
          </a:xfrm>
          <a:custGeom>
            <a:avLst/>
            <a:gdLst>
              <a:gd name="T0" fmla="*/ 14 w 14"/>
              <a:gd name="T1" fmla="*/ 0 h 113"/>
              <a:gd name="T2" fmla="*/ 0 w 14"/>
              <a:gd name="T3" fmla="*/ 113 h 113"/>
              <a:gd name="T4" fmla="*/ 14 w 14"/>
              <a:gd name="T5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" h="113">
                <a:moveTo>
                  <a:pt x="14" y="0"/>
                </a:moveTo>
                <a:lnTo>
                  <a:pt x="0" y="113"/>
                </a:lnTo>
                <a:lnTo>
                  <a:pt x="14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6" name="Freeform 70"/>
          <p:cNvSpPr>
            <a:spLocks/>
          </p:cNvSpPr>
          <p:nvPr/>
        </p:nvSpPr>
        <p:spPr bwMode="auto">
          <a:xfrm>
            <a:off x="4624388" y="2099628"/>
            <a:ext cx="28575" cy="230188"/>
          </a:xfrm>
          <a:custGeom>
            <a:avLst/>
            <a:gdLst>
              <a:gd name="T0" fmla="*/ 0 w 18"/>
              <a:gd name="T1" fmla="*/ 145 h 145"/>
              <a:gd name="T2" fmla="*/ 18 w 18"/>
              <a:gd name="T3" fmla="*/ 0 h 145"/>
              <a:gd name="T4" fmla="*/ 0 w 18"/>
              <a:gd name="T5" fmla="*/ 14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" h="145">
                <a:moveTo>
                  <a:pt x="0" y="145"/>
                </a:moveTo>
                <a:lnTo>
                  <a:pt x="18" y="0"/>
                </a:lnTo>
                <a:lnTo>
                  <a:pt x="0" y="145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7" name="Freeform 71"/>
          <p:cNvSpPr>
            <a:spLocks/>
          </p:cNvSpPr>
          <p:nvPr/>
        </p:nvSpPr>
        <p:spPr bwMode="auto">
          <a:xfrm>
            <a:off x="4665663" y="1763078"/>
            <a:ext cx="26988" cy="231775"/>
          </a:xfrm>
          <a:custGeom>
            <a:avLst/>
            <a:gdLst>
              <a:gd name="T0" fmla="*/ 0 w 17"/>
              <a:gd name="T1" fmla="*/ 146 h 146"/>
              <a:gd name="T2" fmla="*/ 17 w 17"/>
              <a:gd name="T3" fmla="*/ 0 h 146"/>
              <a:gd name="T4" fmla="*/ 0 w 17"/>
              <a:gd name="T5" fmla="*/ 146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" h="146">
                <a:moveTo>
                  <a:pt x="0" y="146"/>
                </a:moveTo>
                <a:lnTo>
                  <a:pt x="17" y="0"/>
                </a:lnTo>
                <a:lnTo>
                  <a:pt x="0" y="14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8" name="Freeform 72"/>
          <p:cNvSpPr>
            <a:spLocks/>
          </p:cNvSpPr>
          <p:nvPr/>
        </p:nvSpPr>
        <p:spPr bwMode="auto">
          <a:xfrm>
            <a:off x="5156200" y="1802765"/>
            <a:ext cx="20638" cy="166688"/>
          </a:xfrm>
          <a:custGeom>
            <a:avLst/>
            <a:gdLst>
              <a:gd name="T0" fmla="*/ 13 w 13"/>
              <a:gd name="T1" fmla="*/ 0 h 105"/>
              <a:gd name="T2" fmla="*/ 0 w 13"/>
              <a:gd name="T3" fmla="*/ 105 h 105"/>
              <a:gd name="T4" fmla="*/ 13 w 13"/>
              <a:gd name="T5" fmla="*/ 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05">
                <a:moveTo>
                  <a:pt x="13" y="0"/>
                </a:moveTo>
                <a:lnTo>
                  <a:pt x="0" y="105"/>
                </a:lnTo>
                <a:lnTo>
                  <a:pt x="13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9" name="Freeform 73"/>
          <p:cNvSpPr>
            <a:spLocks/>
          </p:cNvSpPr>
          <p:nvPr/>
        </p:nvSpPr>
        <p:spPr bwMode="auto">
          <a:xfrm>
            <a:off x="5118100" y="2107565"/>
            <a:ext cx="22225" cy="179388"/>
          </a:xfrm>
          <a:custGeom>
            <a:avLst/>
            <a:gdLst>
              <a:gd name="T0" fmla="*/ 14 w 14"/>
              <a:gd name="T1" fmla="*/ 0 h 113"/>
              <a:gd name="T2" fmla="*/ 0 w 14"/>
              <a:gd name="T3" fmla="*/ 113 h 113"/>
              <a:gd name="T4" fmla="*/ 14 w 14"/>
              <a:gd name="T5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" h="113">
                <a:moveTo>
                  <a:pt x="14" y="0"/>
                </a:moveTo>
                <a:lnTo>
                  <a:pt x="0" y="113"/>
                </a:lnTo>
                <a:lnTo>
                  <a:pt x="14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0" name="Freeform 74"/>
          <p:cNvSpPr>
            <a:spLocks/>
          </p:cNvSpPr>
          <p:nvPr/>
        </p:nvSpPr>
        <p:spPr bwMode="auto">
          <a:xfrm>
            <a:off x="5178425" y="2099628"/>
            <a:ext cx="28575" cy="230188"/>
          </a:xfrm>
          <a:custGeom>
            <a:avLst/>
            <a:gdLst>
              <a:gd name="T0" fmla="*/ 0 w 18"/>
              <a:gd name="T1" fmla="*/ 145 h 145"/>
              <a:gd name="T2" fmla="*/ 18 w 18"/>
              <a:gd name="T3" fmla="*/ 0 h 145"/>
              <a:gd name="T4" fmla="*/ 0 w 18"/>
              <a:gd name="T5" fmla="*/ 14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" h="145">
                <a:moveTo>
                  <a:pt x="0" y="145"/>
                </a:moveTo>
                <a:lnTo>
                  <a:pt x="18" y="0"/>
                </a:lnTo>
                <a:lnTo>
                  <a:pt x="0" y="145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1" name="Freeform 75"/>
          <p:cNvSpPr>
            <a:spLocks/>
          </p:cNvSpPr>
          <p:nvPr/>
        </p:nvSpPr>
        <p:spPr bwMode="auto">
          <a:xfrm>
            <a:off x="5221288" y="1763078"/>
            <a:ext cx="26988" cy="231775"/>
          </a:xfrm>
          <a:custGeom>
            <a:avLst/>
            <a:gdLst>
              <a:gd name="T0" fmla="*/ 0 w 17"/>
              <a:gd name="T1" fmla="*/ 146 h 146"/>
              <a:gd name="T2" fmla="*/ 17 w 17"/>
              <a:gd name="T3" fmla="*/ 0 h 146"/>
              <a:gd name="T4" fmla="*/ 0 w 17"/>
              <a:gd name="T5" fmla="*/ 146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" h="146">
                <a:moveTo>
                  <a:pt x="0" y="146"/>
                </a:moveTo>
                <a:lnTo>
                  <a:pt x="17" y="0"/>
                </a:lnTo>
                <a:lnTo>
                  <a:pt x="0" y="14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2" name="Freeform 76"/>
          <p:cNvSpPr>
            <a:spLocks/>
          </p:cNvSpPr>
          <p:nvPr/>
        </p:nvSpPr>
        <p:spPr bwMode="auto">
          <a:xfrm>
            <a:off x="5391150" y="1748790"/>
            <a:ext cx="26988" cy="228600"/>
          </a:xfrm>
          <a:custGeom>
            <a:avLst/>
            <a:gdLst>
              <a:gd name="T0" fmla="*/ 17 w 17"/>
              <a:gd name="T1" fmla="*/ 0 h 144"/>
              <a:gd name="T2" fmla="*/ 0 w 17"/>
              <a:gd name="T3" fmla="*/ 144 h 144"/>
              <a:gd name="T4" fmla="*/ 17 w 17"/>
              <a:gd name="T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" h="144">
                <a:moveTo>
                  <a:pt x="17" y="0"/>
                </a:moveTo>
                <a:lnTo>
                  <a:pt x="0" y="144"/>
                </a:lnTo>
                <a:lnTo>
                  <a:pt x="17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3" name="Freeform 77"/>
          <p:cNvSpPr>
            <a:spLocks/>
          </p:cNvSpPr>
          <p:nvPr/>
        </p:nvSpPr>
        <p:spPr bwMode="auto">
          <a:xfrm>
            <a:off x="5457825" y="1801178"/>
            <a:ext cx="20638" cy="165100"/>
          </a:xfrm>
          <a:custGeom>
            <a:avLst/>
            <a:gdLst>
              <a:gd name="T0" fmla="*/ 0 w 13"/>
              <a:gd name="T1" fmla="*/ 104 h 104"/>
              <a:gd name="T2" fmla="*/ 13 w 13"/>
              <a:gd name="T3" fmla="*/ 0 h 104"/>
              <a:gd name="T4" fmla="*/ 0 w 13"/>
              <a:gd name="T5" fmla="*/ 10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04">
                <a:moveTo>
                  <a:pt x="0" y="104"/>
                </a:moveTo>
                <a:lnTo>
                  <a:pt x="13" y="0"/>
                </a:lnTo>
                <a:lnTo>
                  <a:pt x="0" y="10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4" name="Freeform 78"/>
          <p:cNvSpPr>
            <a:spLocks/>
          </p:cNvSpPr>
          <p:nvPr/>
        </p:nvSpPr>
        <p:spPr bwMode="auto">
          <a:xfrm>
            <a:off x="5710238" y="1802765"/>
            <a:ext cx="22225" cy="166688"/>
          </a:xfrm>
          <a:custGeom>
            <a:avLst/>
            <a:gdLst>
              <a:gd name="T0" fmla="*/ 14 w 14"/>
              <a:gd name="T1" fmla="*/ 0 h 105"/>
              <a:gd name="T2" fmla="*/ 0 w 14"/>
              <a:gd name="T3" fmla="*/ 105 h 105"/>
              <a:gd name="T4" fmla="*/ 14 w 14"/>
              <a:gd name="T5" fmla="*/ 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" h="105">
                <a:moveTo>
                  <a:pt x="14" y="0"/>
                </a:moveTo>
                <a:lnTo>
                  <a:pt x="0" y="105"/>
                </a:lnTo>
                <a:lnTo>
                  <a:pt x="14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5" name="Freeform 79"/>
          <p:cNvSpPr>
            <a:spLocks/>
          </p:cNvSpPr>
          <p:nvPr/>
        </p:nvSpPr>
        <p:spPr bwMode="auto">
          <a:xfrm>
            <a:off x="5672138" y="2107565"/>
            <a:ext cx="22225" cy="179388"/>
          </a:xfrm>
          <a:custGeom>
            <a:avLst/>
            <a:gdLst>
              <a:gd name="T0" fmla="*/ 14 w 14"/>
              <a:gd name="T1" fmla="*/ 0 h 113"/>
              <a:gd name="T2" fmla="*/ 0 w 14"/>
              <a:gd name="T3" fmla="*/ 113 h 113"/>
              <a:gd name="T4" fmla="*/ 14 w 14"/>
              <a:gd name="T5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" h="113">
                <a:moveTo>
                  <a:pt x="14" y="0"/>
                </a:moveTo>
                <a:lnTo>
                  <a:pt x="0" y="113"/>
                </a:lnTo>
                <a:lnTo>
                  <a:pt x="14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6" name="Freeform 80"/>
          <p:cNvSpPr>
            <a:spLocks/>
          </p:cNvSpPr>
          <p:nvPr/>
        </p:nvSpPr>
        <p:spPr bwMode="auto">
          <a:xfrm>
            <a:off x="5734050" y="2099628"/>
            <a:ext cx="26988" cy="230188"/>
          </a:xfrm>
          <a:custGeom>
            <a:avLst/>
            <a:gdLst>
              <a:gd name="T0" fmla="*/ 0 w 17"/>
              <a:gd name="T1" fmla="*/ 145 h 145"/>
              <a:gd name="T2" fmla="*/ 17 w 17"/>
              <a:gd name="T3" fmla="*/ 0 h 145"/>
              <a:gd name="T4" fmla="*/ 0 w 17"/>
              <a:gd name="T5" fmla="*/ 14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" h="145">
                <a:moveTo>
                  <a:pt x="0" y="145"/>
                </a:moveTo>
                <a:lnTo>
                  <a:pt x="17" y="0"/>
                </a:lnTo>
                <a:lnTo>
                  <a:pt x="0" y="145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7" name="Freeform 81"/>
          <p:cNvSpPr>
            <a:spLocks/>
          </p:cNvSpPr>
          <p:nvPr/>
        </p:nvSpPr>
        <p:spPr bwMode="auto">
          <a:xfrm>
            <a:off x="5773738" y="1763078"/>
            <a:ext cx="30163" cy="231775"/>
          </a:xfrm>
          <a:custGeom>
            <a:avLst/>
            <a:gdLst>
              <a:gd name="T0" fmla="*/ 0 w 19"/>
              <a:gd name="T1" fmla="*/ 146 h 146"/>
              <a:gd name="T2" fmla="*/ 19 w 19"/>
              <a:gd name="T3" fmla="*/ 0 h 146"/>
              <a:gd name="T4" fmla="*/ 0 w 19"/>
              <a:gd name="T5" fmla="*/ 146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" h="146">
                <a:moveTo>
                  <a:pt x="0" y="146"/>
                </a:moveTo>
                <a:lnTo>
                  <a:pt x="19" y="0"/>
                </a:lnTo>
                <a:lnTo>
                  <a:pt x="0" y="14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8" name="Freeform 82"/>
          <p:cNvSpPr>
            <a:spLocks/>
          </p:cNvSpPr>
          <p:nvPr/>
        </p:nvSpPr>
        <p:spPr bwMode="auto">
          <a:xfrm>
            <a:off x="5959475" y="1377315"/>
            <a:ext cx="0" cy="1325563"/>
          </a:xfrm>
          <a:custGeom>
            <a:avLst/>
            <a:gdLst>
              <a:gd name="T0" fmla="*/ 835 h 835"/>
              <a:gd name="T1" fmla="*/ 0 h 835"/>
              <a:gd name="T2" fmla="*/ 835 h 835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835">
                <a:moveTo>
                  <a:pt x="0" y="835"/>
                </a:moveTo>
                <a:lnTo>
                  <a:pt x="0" y="0"/>
                </a:lnTo>
                <a:lnTo>
                  <a:pt x="0" y="835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9" name="Freeform 83"/>
          <p:cNvSpPr>
            <a:spLocks/>
          </p:cNvSpPr>
          <p:nvPr/>
        </p:nvSpPr>
        <p:spPr bwMode="auto">
          <a:xfrm>
            <a:off x="6037263" y="1297940"/>
            <a:ext cx="0" cy="1484313"/>
          </a:xfrm>
          <a:custGeom>
            <a:avLst/>
            <a:gdLst>
              <a:gd name="T0" fmla="*/ 0 h 935"/>
              <a:gd name="T1" fmla="*/ 935 h 935"/>
              <a:gd name="T2" fmla="*/ 0 h 935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935">
                <a:moveTo>
                  <a:pt x="0" y="0"/>
                </a:moveTo>
                <a:lnTo>
                  <a:pt x="0" y="935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0" name="Freeform 84"/>
          <p:cNvSpPr>
            <a:spLocks/>
          </p:cNvSpPr>
          <p:nvPr/>
        </p:nvSpPr>
        <p:spPr bwMode="auto">
          <a:xfrm>
            <a:off x="6170613" y="1166178"/>
            <a:ext cx="0" cy="1747838"/>
          </a:xfrm>
          <a:custGeom>
            <a:avLst/>
            <a:gdLst>
              <a:gd name="T0" fmla="*/ 0 h 1101"/>
              <a:gd name="T1" fmla="*/ 1101 h 1101"/>
              <a:gd name="T2" fmla="*/ 0 h 110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101">
                <a:moveTo>
                  <a:pt x="0" y="0"/>
                </a:moveTo>
                <a:lnTo>
                  <a:pt x="0" y="1101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1" name="Freeform 85"/>
          <p:cNvSpPr>
            <a:spLocks/>
          </p:cNvSpPr>
          <p:nvPr/>
        </p:nvSpPr>
        <p:spPr bwMode="auto">
          <a:xfrm>
            <a:off x="3130550" y="2318703"/>
            <a:ext cx="4763" cy="4763"/>
          </a:xfrm>
          <a:custGeom>
            <a:avLst/>
            <a:gdLst>
              <a:gd name="T0" fmla="*/ 0 w 3"/>
              <a:gd name="T1" fmla="*/ 0 h 3"/>
              <a:gd name="T2" fmla="*/ 3 w 3"/>
              <a:gd name="T3" fmla="*/ 3 h 3"/>
              <a:gd name="T4" fmla="*/ 0 w 3"/>
              <a:gd name="T5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0" y="0"/>
                </a:moveTo>
                <a:lnTo>
                  <a:pt x="3" y="3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2" name="Freeform 86"/>
          <p:cNvSpPr>
            <a:spLocks/>
          </p:cNvSpPr>
          <p:nvPr/>
        </p:nvSpPr>
        <p:spPr bwMode="auto">
          <a:xfrm>
            <a:off x="3179763" y="2064703"/>
            <a:ext cx="41275" cy="52388"/>
          </a:xfrm>
          <a:custGeom>
            <a:avLst/>
            <a:gdLst>
              <a:gd name="T0" fmla="*/ 26 w 26"/>
              <a:gd name="T1" fmla="*/ 33 h 33"/>
              <a:gd name="T2" fmla="*/ 0 w 26"/>
              <a:gd name="T3" fmla="*/ 0 h 33"/>
              <a:gd name="T4" fmla="*/ 26 w 26"/>
              <a:gd name="T5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" h="33">
                <a:moveTo>
                  <a:pt x="26" y="33"/>
                </a:moveTo>
                <a:lnTo>
                  <a:pt x="0" y="0"/>
                </a:lnTo>
                <a:lnTo>
                  <a:pt x="26" y="33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3" name="Freeform 87"/>
          <p:cNvSpPr>
            <a:spLocks/>
          </p:cNvSpPr>
          <p:nvPr/>
        </p:nvSpPr>
        <p:spPr bwMode="auto">
          <a:xfrm>
            <a:off x="3211513" y="2039303"/>
            <a:ext cx="25400" cy="33338"/>
          </a:xfrm>
          <a:custGeom>
            <a:avLst/>
            <a:gdLst>
              <a:gd name="T0" fmla="*/ 0 w 16"/>
              <a:gd name="T1" fmla="*/ 0 h 21"/>
              <a:gd name="T2" fmla="*/ 16 w 16"/>
              <a:gd name="T3" fmla="*/ 21 h 21"/>
              <a:gd name="T4" fmla="*/ 0 w 16"/>
              <a:gd name="T5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" h="21">
                <a:moveTo>
                  <a:pt x="0" y="0"/>
                </a:moveTo>
                <a:lnTo>
                  <a:pt x="16" y="21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4" name="Freeform 88"/>
          <p:cNvSpPr>
            <a:spLocks/>
          </p:cNvSpPr>
          <p:nvPr/>
        </p:nvSpPr>
        <p:spPr bwMode="auto">
          <a:xfrm>
            <a:off x="3171825" y="1977390"/>
            <a:ext cx="20638" cy="26988"/>
          </a:xfrm>
          <a:custGeom>
            <a:avLst/>
            <a:gdLst>
              <a:gd name="T0" fmla="*/ 0 w 13"/>
              <a:gd name="T1" fmla="*/ 0 h 17"/>
              <a:gd name="T2" fmla="*/ 13 w 13"/>
              <a:gd name="T3" fmla="*/ 17 h 17"/>
              <a:gd name="T4" fmla="*/ 0 w 13"/>
              <a:gd name="T5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7">
                <a:moveTo>
                  <a:pt x="0" y="0"/>
                </a:moveTo>
                <a:lnTo>
                  <a:pt x="13" y="1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5" name="Freeform 89"/>
          <p:cNvSpPr>
            <a:spLocks/>
          </p:cNvSpPr>
          <p:nvPr/>
        </p:nvSpPr>
        <p:spPr bwMode="auto">
          <a:xfrm>
            <a:off x="3454400" y="2286953"/>
            <a:ext cx="42863" cy="55563"/>
          </a:xfrm>
          <a:custGeom>
            <a:avLst/>
            <a:gdLst>
              <a:gd name="T0" fmla="*/ 0 w 27"/>
              <a:gd name="T1" fmla="*/ 0 h 35"/>
              <a:gd name="T2" fmla="*/ 27 w 27"/>
              <a:gd name="T3" fmla="*/ 35 h 35"/>
              <a:gd name="T4" fmla="*/ 0 w 27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" h="35">
                <a:moveTo>
                  <a:pt x="0" y="0"/>
                </a:moveTo>
                <a:lnTo>
                  <a:pt x="27" y="35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6" name="Freeform 90"/>
          <p:cNvSpPr>
            <a:spLocks/>
          </p:cNvSpPr>
          <p:nvPr/>
        </p:nvSpPr>
        <p:spPr bwMode="auto">
          <a:xfrm>
            <a:off x="3213100" y="1739265"/>
            <a:ext cx="47625" cy="61913"/>
          </a:xfrm>
          <a:custGeom>
            <a:avLst/>
            <a:gdLst>
              <a:gd name="T0" fmla="*/ 30 w 30"/>
              <a:gd name="T1" fmla="*/ 39 h 39"/>
              <a:gd name="T2" fmla="*/ 0 w 30"/>
              <a:gd name="T3" fmla="*/ 0 h 39"/>
              <a:gd name="T4" fmla="*/ 30 w 30"/>
              <a:gd name="T5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" h="39">
                <a:moveTo>
                  <a:pt x="30" y="39"/>
                </a:moveTo>
                <a:lnTo>
                  <a:pt x="0" y="0"/>
                </a:lnTo>
                <a:lnTo>
                  <a:pt x="30" y="39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7" name="Freeform 91"/>
          <p:cNvSpPr>
            <a:spLocks/>
          </p:cNvSpPr>
          <p:nvPr/>
        </p:nvSpPr>
        <p:spPr bwMode="auto">
          <a:xfrm>
            <a:off x="3684588" y="2318703"/>
            <a:ext cx="4763" cy="4763"/>
          </a:xfrm>
          <a:custGeom>
            <a:avLst/>
            <a:gdLst>
              <a:gd name="T0" fmla="*/ 0 w 3"/>
              <a:gd name="T1" fmla="*/ 0 h 3"/>
              <a:gd name="T2" fmla="*/ 3 w 3"/>
              <a:gd name="T3" fmla="*/ 3 h 3"/>
              <a:gd name="T4" fmla="*/ 0 w 3"/>
              <a:gd name="T5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0" y="0"/>
                </a:moveTo>
                <a:lnTo>
                  <a:pt x="3" y="3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8" name="Freeform 92"/>
          <p:cNvSpPr>
            <a:spLocks/>
          </p:cNvSpPr>
          <p:nvPr/>
        </p:nvSpPr>
        <p:spPr bwMode="auto">
          <a:xfrm>
            <a:off x="3714750" y="2355215"/>
            <a:ext cx="15875" cy="20638"/>
          </a:xfrm>
          <a:custGeom>
            <a:avLst/>
            <a:gdLst>
              <a:gd name="T0" fmla="*/ 0 w 10"/>
              <a:gd name="T1" fmla="*/ 0 h 13"/>
              <a:gd name="T2" fmla="*/ 10 w 10"/>
              <a:gd name="T3" fmla="*/ 13 h 13"/>
              <a:gd name="T4" fmla="*/ 0 w 10"/>
              <a:gd name="T5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" h="13">
                <a:moveTo>
                  <a:pt x="0" y="0"/>
                </a:moveTo>
                <a:lnTo>
                  <a:pt x="10" y="13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9" name="Freeform 93"/>
          <p:cNvSpPr>
            <a:spLocks/>
          </p:cNvSpPr>
          <p:nvPr/>
        </p:nvSpPr>
        <p:spPr bwMode="auto">
          <a:xfrm>
            <a:off x="3244850" y="1715453"/>
            <a:ext cx="41275" cy="55563"/>
          </a:xfrm>
          <a:custGeom>
            <a:avLst/>
            <a:gdLst>
              <a:gd name="T0" fmla="*/ 0 w 26"/>
              <a:gd name="T1" fmla="*/ 0 h 35"/>
              <a:gd name="T2" fmla="*/ 26 w 26"/>
              <a:gd name="T3" fmla="*/ 35 h 35"/>
              <a:gd name="T4" fmla="*/ 0 w 26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" h="35">
                <a:moveTo>
                  <a:pt x="0" y="0"/>
                </a:moveTo>
                <a:lnTo>
                  <a:pt x="26" y="35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0" name="Freeform 94"/>
          <p:cNvSpPr>
            <a:spLocks/>
          </p:cNvSpPr>
          <p:nvPr/>
        </p:nvSpPr>
        <p:spPr bwMode="auto">
          <a:xfrm>
            <a:off x="3521075" y="2071053"/>
            <a:ext cx="22225" cy="28575"/>
          </a:xfrm>
          <a:custGeom>
            <a:avLst/>
            <a:gdLst>
              <a:gd name="T0" fmla="*/ 14 w 14"/>
              <a:gd name="T1" fmla="*/ 18 h 18"/>
              <a:gd name="T2" fmla="*/ 0 w 14"/>
              <a:gd name="T3" fmla="*/ 0 h 18"/>
              <a:gd name="T4" fmla="*/ 14 w 14"/>
              <a:gd name="T5" fmla="*/ 1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" h="18">
                <a:moveTo>
                  <a:pt x="14" y="18"/>
                </a:moveTo>
                <a:lnTo>
                  <a:pt x="0" y="0"/>
                </a:lnTo>
                <a:lnTo>
                  <a:pt x="14" y="1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1" name="Freeform 95"/>
          <p:cNvSpPr>
            <a:spLocks/>
          </p:cNvSpPr>
          <p:nvPr/>
        </p:nvSpPr>
        <p:spPr bwMode="auto">
          <a:xfrm>
            <a:off x="3471863" y="2005965"/>
            <a:ext cx="25400" cy="33338"/>
          </a:xfrm>
          <a:custGeom>
            <a:avLst/>
            <a:gdLst>
              <a:gd name="T0" fmla="*/ 16 w 16"/>
              <a:gd name="T1" fmla="*/ 21 h 21"/>
              <a:gd name="T2" fmla="*/ 0 w 16"/>
              <a:gd name="T3" fmla="*/ 0 h 21"/>
              <a:gd name="T4" fmla="*/ 16 w 16"/>
              <a:gd name="T5" fmla="*/ 21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" h="21">
                <a:moveTo>
                  <a:pt x="16" y="21"/>
                </a:moveTo>
                <a:lnTo>
                  <a:pt x="0" y="0"/>
                </a:lnTo>
                <a:lnTo>
                  <a:pt x="16" y="2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2" name="Freeform 96"/>
          <p:cNvSpPr>
            <a:spLocks/>
          </p:cNvSpPr>
          <p:nvPr/>
        </p:nvSpPr>
        <p:spPr bwMode="auto">
          <a:xfrm>
            <a:off x="3492500" y="1969453"/>
            <a:ext cx="36513" cy="46038"/>
          </a:xfrm>
          <a:custGeom>
            <a:avLst/>
            <a:gdLst>
              <a:gd name="T0" fmla="*/ 0 w 23"/>
              <a:gd name="T1" fmla="*/ 0 h 29"/>
              <a:gd name="T2" fmla="*/ 23 w 23"/>
              <a:gd name="T3" fmla="*/ 29 h 29"/>
              <a:gd name="T4" fmla="*/ 0 w 23"/>
              <a:gd name="T5" fmla="*/ 0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" h="29">
                <a:moveTo>
                  <a:pt x="0" y="0"/>
                </a:moveTo>
                <a:lnTo>
                  <a:pt x="23" y="29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3" name="Freeform 97"/>
          <p:cNvSpPr>
            <a:spLocks/>
          </p:cNvSpPr>
          <p:nvPr/>
        </p:nvSpPr>
        <p:spPr bwMode="auto">
          <a:xfrm>
            <a:off x="3735388" y="2064703"/>
            <a:ext cx="39688" cy="52388"/>
          </a:xfrm>
          <a:custGeom>
            <a:avLst/>
            <a:gdLst>
              <a:gd name="T0" fmla="*/ 25 w 25"/>
              <a:gd name="T1" fmla="*/ 33 h 33"/>
              <a:gd name="T2" fmla="*/ 0 w 25"/>
              <a:gd name="T3" fmla="*/ 0 h 33"/>
              <a:gd name="T4" fmla="*/ 25 w 25"/>
              <a:gd name="T5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" h="33">
                <a:moveTo>
                  <a:pt x="25" y="33"/>
                </a:moveTo>
                <a:lnTo>
                  <a:pt x="0" y="0"/>
                </a:lnTo>
                <a:lnTo>
                  <a:pt x="25" y="33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4" name="Freeform 98"/>
          <p:cNvSpPr>
            <a:spLocks/>
          </p:cNvSpPr>
          <p:nvPr/>
        </p:nvSpPr>
        <p:spPr bwMode="auto">
          <a:xfrm>
            <a:off x="3976688" y="2310765"/>
            <a:ext cx="44450" cy="57150"/>
          </a:xfrm>
          <a:custGeom>
            <a:avLst/>
            <a:gdLst>
              <a:gd name="T0" fmla="*/ 28 w 28"/>
              <a:gd name="T1" fmla="*/ 36 h 36"/>
              <a:gd name="T2" fmla="*/ 0 w 28"/>
              <a:gd name="T3" fmla="*/ 0 h 36"/>
              <a:gd name="T4" fmla="*/ 28 w 28"/>
              <a:gd name="T5" fmla="*/ 36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36">
                <a:moveTo>
                  <a:pt x="28" y="36"/>
                </a:moveTo>
                <a:lnTo>
                  <a:pt x="0" y="0"/>
                </a:lnTo>
                <a:lnTo>
                  <a:pt x="28" y="3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5" name="Freeform 99"/>
          <p:cNvSpPr>
            <a:spLocks/>
          </p:cNvSpPr>
          <p:nvPr/>
        </p:nvSpPr>
        <p:spPr bwMode="auto">
          <a:xfrm>
            <a:off x="3727450" y="1977390"/>
            <a:ext cx="20638" cy="26988"/>
          </a:xfrm>
          <a:custGeom>
            <a:avLst/>
            <a:gdLst>
              <a:gd name="T0" fmla="*/ 0 w 13"/>
              <a:gd name="T1" fmla="*/ 0 h 17"/>
              <a:gd name="T2" fmla="*/ 13 w 13"/>
              <a:gd name="T3" fmla="*/ 17 h 17"/>
              <a:gd name="T4" fmla="*/ 0 w 13"/>
              <a:gd name="T5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7">
                <a:moveTo>
                  <a:pt x="0" y="0"/>
                </a:moveTo>
                <a:lnTo>
                  <a:pt x="13" y="1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6" name="Freeform 100"/>
          <p:cNvSpPr>
            <a:spLocks/>
          </p:cNvSpPr>
          <p:nvPr/>
        </p:nvSpPr>
        <p:spPr bwMode="auto">
          <a:xfrm>
            <a:off x="3576638" y="1753553"/>
            <a:ext cx="7938" cy="9525"/>
          </a:xfrm>
          <a:custGeom>
            <a:avLst/>
            <a:gdLst>
              <a:gd name="T0" fmla="*/ 5 w 5"/>
              <a:gd name="T1" fmla="*/ 6 h 6"/>
              <a:gd name="T2" fmla="*/ 0 w 5"/>
              <a:gd name="T3" fmla="*/ 0 h 6"/>
              <a:gd name="T4" fmla="*/ 5 w 5"/>
              <a:gd name="T5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" h="6">
                <a:moveTo>
                  <a:pt x="5" y="6"/>
                </a:moveTo>
                <a:lnTo>
                  <a:pt x="0" y="0"/>
                </a:lnTo>
                <a:lnTo>
                  <a:pt x="5" y="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7" name="Freeform 101"/>
          <p:cNvSpPr>
            <a:spLocks/>
          </p:cNvSpPr>
          <p:nvPr/>
        </p:nvSpPr>
        <p:spPr bwMode="auto">
          <a:xfrm>
            <a:off x="3538538" y="1704340"/>
            <a:ext cx="14288" cy="17463"/>
          </a:xfrm>
          <a:custGeom>
            <a:avLst/>
            <a:gdLst>
              <a:gd name="T0" fmla="*/ 9 w 9"/>
              <a:gd name="T1" fmla="*/ 11 h 11"/>
              <a:gd name="T2" fmla="*/ 0 w 9"/>
              <a:gd name="T3" fmla="*/ 0 h 11"/>
              <a:gd name="T4" fmla="*/ 9 w 9"/>
              <a:gd name="T5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" h="11">
                <a:moveTo>
                  <a:pt x="9" y="11"/>
                </a:moveTo>
                <a:lnTo>
                  <a:pt x="0" y="0"/>
                </a:lnTo>
                <a:lnTo>
                  <a:pt x="9" y="1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8" name="Freeform 102"/>
          <p:cNvSpPr>
            <a:spLocks/>
          </p:cNvSpPr>
          <p:nvPr/>
        </p:nvSpPr>
        <p:spPr bwMode="auto">
          <a:xfrm>
            <a:off x="3767138" y="1739265"/>
            <a:ext cx="47625" cy="61913"/>
          </a:xfrm>
          <a:custGeom>
            <a:avLst/>
            <a:gdLst>
              <a:gd name="T0" fmla="*/ 30 w 30"/>
              <a:gd name="T1" fmla="*/ 39 h 39"/>
              <a:gd name="T2" fmla="*/ 0 w 30"/>
              <a:gd name="T3" fmla="*/ 0 h 39"/>
              <a:gd name="T4" fmla="*/ 30 w 30"/>
              <a:gd name="T5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" h="39">
                <a:moveTo>
                  <a:pt x="30" y="39"/>
                </a:moveTo>
                <a:lnTo>
                  <a:pt x="0" y="0"/>
                </a:lnTo>
                <a:lnTo>
                  <a:pt x="30" y="39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9" name="Freeform 103"/>
          <p:cNvSpPr>
            <a:spLocks/>
          </p:cNvSpPr>
          <p:nvPr/>
        </p:nvSpPr>
        <p:spPr bwMode="auto">
          <a:xfrm>
            <a:off x="4268788" y="2355215"/>
            <a:ext cx="17463" cy="20638"/>
          </a:xfrm>
          <a:custGeom>
            <a:avLst/>
            <a:gdLst>
              <a:gd name="T0" fmla="*/ 0 w 11"/>
              <a:gd name="T1" fmla="*/ 0 h 13"/>
              <a:gd name="T2" fmla="*/ 11 w 11"/>
              <a:gd name="T3" fmla="*/ 13 h 13"/>
              <a:gd name="T4" fmla="*/ 0 w 11"/>
              <a:gd name="T5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13">
                <a:moveTo>
                  <a:pt x="0" y="0"/>
                </a:moveTo>
                <a:lnTo>
                  <a:pt x="11" y="13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0" name="Freeform 104"/>
          <p:cNvSpPr>
            <a:spLocks/>
          </p:cNvSpPr>
          <p:nvPr/>
        </p:nvSpPr>
        <p:spPr bwMode="auto">
          <a:xfrm>
            <a:off x="4240213" y="2318703"/>
            <a:ext cx="4763" cy="4763"/>
          </a:xfrm>
          <a:custGeom>
            <a:avLst/>
            <a:gdLst>
              <a:gd name="T0" fmla="*/ 0 w 3"/>
              <a:gd name="T1" fmla="*/ 0 h 3"/>
              <a:gd name="T2" fmla="*/ 3 w 3"/>
              <a:gd name="T3" fmla="*/ 3 h 3"/>
              <a:gd name="T4" fmla="*/ 0 w 3"/>
              <a:gd name="T5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0" y="0"/>
                </a:moveTo>
                <a:lnTo>
                  <a:pt x="3" y="3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1" name="Freeform 105"/>
          <p:cNvSpPr>
            <a:spLocks/>
          </p:cNvSpPr>
          <p:nvPr/>
        </p:nvSpPr>
        <p:spPr bwMode="auto">
          <a:xfrm>
            <a:off x="4289425" y="2064703"/>
            <a:ext cx="41275" cy="52388"/>
          </a:xfrm>
          <a:custGeom>
            <a:avLst/>
            <a:gdLst>
              <a:gd name="T0" fmla="*/ 26 w 26"/>
              <a:gd name="T1" fmla="*/ 33 h 33"/>
              <a:gd name="T2" fmla="*/ 0 w 26"/>
              <a:gd name="T3" fmla="*/ 0 h 33"/>
              <a:gd name="T4" fmla="*/ 26 w 26"/>
              <a:gd name="T5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" h="33">
                <a:moveTo>
                  <a:pt x="26" y="33"/>
                </a:moveTo>
                <a:lnTo>
                  <a:pt x="0" y="0"/>
                </a:lnTo>
                <a:lnTo>
                  <a:pt x="26" y="33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" name="Freeform 106"/>
          <p:cNvSpPr>
            <a:spLocks/>
          </p:cNvSpPr>
          <p:nvPr/>
        </p:nvSpPr>
        <p:spPr bwMode="auto">
          <a:xfrm>
            <a:off x="4530725" y="2310765"/>
            <a:ext cx="44450" cy="57150"/>
          </a:xfrm>
          <a:custGeom>
            <a:avLst/>
            <a:gdLst>
              <a:gd name="T0" fmla="*/ 28 w 28"/>
              <a:gd name="T1" fmla="*/ 36 h 36"/>
              <a:gd name="T2" fmla="*/ 0 w 28"/>
              <a:gd name="T3" fmla="*/ 0 h 36"/>
              <a:gd name="T4" fmla="*/ 28 w 28"/>
              <a:gd name="T5" fmla="*/ 36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36">
                <a:moveTo>
                  <a:pt x="28" y="36"/>
                </a:moveTo>
                <a:lnTo>
                  <a:pt x="0" y="0"/>
                </a:lnTo>
                <a:lnTo>
                  <a:pt x="28" y="3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3" name="Freeform 107"/>
          <p:cNvSpPr>
            <a:spLocks/>
          </p:cNvSpPr>
          <p:nvPr/>
        </p:nvSpPr>
        <p:spPr bwMode="auto">
          <a:xfrm>
            <a:off x="4281488" y="1977390"/>
            <a:ext cx="22225" cy="26988"/>
          </a:xfrm>
          <a:custGeom>
            <a:avLst/>
            <a:gdLst>
              <a:gd name="T0" fmla="*/ 0 w 14"/>
              <a:gd name="T1" fmla="*/ 0 h 17"/>
              <a:gd name="T2" fmla="*/ 14 w 14"/>
              <a:gd name="T3" fmla="*/ 17 h 17"/>
              <a:gd name="T4" fmla="*/ 0 w 14"/>
              <a:gd name="T5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" h="17">
                <a:moveTo>
                  <a:pt x="0" y="0"/>
                </a:moveTo>
                <a:lnTo>
                  <a:pt x="14" y="1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4" name="Freeform 108"/>
          <p:cNvSpPr>
            <a:spLocks/>
          </p:cNvSpPr>
          <p:nvPr/>
        </p:nvSpPr>
        <p:spPr bwMode="auto">
          <a:xfrm>
            <a:off x="4562475" y="2286953"/>
            <a:ext cx="44450" cy="55563"/>
          </a:xfrm>
          <a:custGeom>
            <a:avLst/>
            <a:gdLst>
              <a:gd name="T0" fmla="*/ 0 w 28"/>
              <a:gd name="T1" fmla="*/ 0 h 35"/>
              <a:gd name="T2" fmla="*/ 28 w 28"/>
              <a:gd name="T3" fmla="*/ 35 h 35"/>
              <a:gd name="T4" fmla="*/ 0 w 28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35">
                <a:moveTo>
                  <a:pt x="0" y="0"/>
                </a:moveTo>
                <a:lnTo>
                  <a:pt x="28" y="35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5" name="Freeform 109"/>
          <p:cNvSpPr>
            <a:spLocks/>
          </p:cNvSpPr>
          <p:nvPr/>
        </p:nvSpPr>
        <p:spPr bwMode="auto">
          <a:xfrm>
            <a:off x="4322763" y="1739265"/>
            <a:ext cx="46038" cy="61913"/>
          </a:xfrm>
          <a:custGeom>
            <a:avLst/>
            <a:gdLst>
              <a:gd name="T0" fmla="*/ 29 w 29"/>
              <a:gd name="T1" fmla="*/ 39 h 39"/>
              <a:gd name="T2" fmla="*/ 0 w 29"/>
              <a:gd name="T3" fmla="*/ 0 h 39"/>
              <a:gd name="T4" fmla="*/ 29 w 29"/>
              <a:gd name="T5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" h="39">
                <a:moveTo>
                  <a:pt x="29" y="39"/>
                </a:moveTo>
                <a:lnTo>
                  <a:pt x="0" y="0"/>
                </a:lnTo>
                <a:lnTo>
                  <a:pt x="29" y="39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6" name="Freeform 110"/>
          <p:cNvSpPr>
            <a:spLocks/>
          </p:cNvSpPr>
          <p:nvPr/>
        </p:nvSpPr>
        <p:spPr bwMode="auto">
          <a:xfrm>
            <a:off x="2763838" y="1166178"/>
            <a:ext cx="131763" cy="131763"/>
          </a:xfrm>
          <a:custGeom>
            <a:avLst/>
            <a:gdLst>
              <a:gd name="T0" fmla="*/ 83 w 83"/>
              <a:gd name="T1" fmla="*/ 83 h 83"/>
              <a:gd name="T2" fmla="*/ 0 w 83"/>
              <a:gd name="T3" fmla="*/ 0 h 83"/>
              <a:gd name="T4" fmla="*/ 83 w 83"/>
              <a:gd name="T5" fmla="*/ 83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3" h="83">
                <a:moveTo>
                  <a:pt x="83" y="83"/>
                </a:moveTo>
                <a:lnTo>
                  <a:pt x="0" y="0"/>
                </a:lnTo>
                <a:lnTo>
                  <a:pt x="83" y="83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7" name="Freeform 111"/>
          <p:cNvSpPr>
            <a:spLocks/>
          </p:cNvSpPr>
          <p:nvPr/>
        </p:nvSpPr>
        <p:spPr bwMode="auto">
          <a:xfrm>
            <a:off x="4352925" y="1715453"/>
            <a:ext cx="42863" cy="55563"/>
          </a:xfrm>
          <a:custGeom>
            <a:avLst/>
            <a:gdLst>
              <a:gd name="T0" fmla="*/ 0 w 27"/>
              <a:gd name="T1" fmla="*/ 0 h 35"/>
              <a:gd name="T2" fmla="*/ 27 w 27"/>
              <a:gd name="T3" fmla="*/ 35 h 35"/>
              <a:gd name="T4" fmla="*/ 0 w 27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" h="35">
                <a:moveTo>
                  <a:pt x="0" y="0"/>
                </a:moveTo>
                <a:lnTo>
                  <a:pt x="27" y="35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8" name="Freeform 112"/>
          <p:cNvSpPr>
            <a:spLocks/>
          </p:cNvSpPr>
          <p:nvPr/>
        </p:nvSpPr>
        <p:spPr bwMode="auto">
          <a:xfrm>
            <a:off x="4630738" y="2071053"/>
            <a:ext cx="22225" cy="28575"/>
          </a:xfrm>
          <a:custGeom>
            <a:avLst/>
            <a:gdLst>
              <a:gd name="T0" fmla="*/ 14 w 14"/>
              <a:gd name="T1" fmla="*/ 18 h 18"/>
              <a:gd name="T2" fmla="*/ 0 w 14"/>
              <a:gd name="T3" fmla="*/ 0 h 18"/>
              <a:gd name="T4" fmla="*/ 14 w 14"/>
              <a:gd name="T5" fmla="*/ 1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" h="18">
                <a:moveTo>
                  <a:pt x="14" y="18"/>
                </a:moveTo>
                <a:lnTo>
                  <a:pt x="0" y="0"/>
                </a:lnTo>
                <a:lnTo>
                  <a:pt x="14" y="1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9" name="Freeform 113"/>
          <p:cNvSpPr>
            <a:spLocks/>
          </p:cNvSpPr>
          <p:nvPr/>
        </p:nvSpPr>
        <p:spPr bwMode="auto">
          <a:xfrm>
            <a:off x="4602163" y="1969453"/>
            <a:ext cx="34925" cy="46038"/>
          </a:xfrm>
          <a:custGeom>
            <a:avLst/>
            <a:gdLst>
              <a:gd name="T0" fmla="*/ 0 w 22"/>
              <a:gd name="T1" fmla="*/ 0 h 29"/>
              <a:gd name="T2" fmla="*/ 22 w 22"/>
              <a:gd name="T3" fmla="*/ 29 h 29"/>
              <a:gd name="T4" fmla="*/ 0 w 22"/>
              <a:gd name="T5" fmla="*/ 0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" h="29">
                <a:moveTo>
                  <a:pt x="0" y="0"/>
                </a:moveTo>
                <a:lnTo>
                  <a:pt x="22" y="29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0" name="Freeform 114"/>
          <p:cNvSpPr>
            <a:spLocks/>
          </p:cNvSpPr>
          <p:nvPr/>
        </p:nvSpPr>
        <p:spPr bwMode="auto">
          <a:xfrm>
            <a:off x="4646613" y="1704340"/>
            <a:ext cx="14288" cy="17463"/>
          </a:xfrm>
          <a:custGeom>
            <a:avLst/>
            <a:gdLst>
              <a:gd name="T0" fmla="*/ 9 w 9"/>
              <a:gd name="T1" fmla="*/ 11 h 11"/>
              <a:gd name="T2" fmla="*/ 0 w 9"/>
              <a:gd name="T3" fmla="*/ 0 h 11"/>
              <a:gd name="T4" fmla="*/ 9 w 9"/>
              <a:gd name="T5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" h="11">
                <a:moveTo>
                  <a:pt x="9" y="11"/>
                </a:moveTo>
                <a:lnTo>
                  <a:pt x="0" y="0"/>
                </a:lnTo>
                <a:lnTo>
                  <a:pt x="9" y="1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1" name="Freeform 115"/>
          <p:cNvSpPr>
            <a:spLocks/>
          </p:cNvSpPr>
          <p:nvPr/>
        </p:nvSpPr>
        <p:spPr bwMode="auto">
          <a:xfrm>
            <a:off x="4686300" y="1753553"/>
            <a:ext cx="6350" cy="9525"/>
          </a:xfrm>
          <a:custGeom>
            <a:avLst/>
            <a:gdLst>
              <a:gd name="T0" fmla="*/ 4 w 4"/>
              <a:gd name="T1" fmla="*/ 6 h 6"/>
              <a:gd name="T2" fmla="*/ 0 w 4"/>
              <a:gd name="T3" fmla="*/ 0 h 6"/>
              <a:gd name="T4" fmla="*/ 4 w 4"/>
              <a:gd name="T5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6">
                <a:moveTo>
                  <a:pt x="4" y="6"/>
                </a:moveTo>
                <a:lnTo>
                  <a:pt x="0" y="0"/>
                </a:lnTo>
                <a:lnTo>
                  <a:pt x="4" y="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2" name="Freeform 116"/>
          <p:cNvSpPr>
            <a:spLocks/>
          </p:cNvSpPr>
          <p:nvPr/>
        </p:nvSpPr>
        <p:spPr bwMode="auto">
          <a:xfrm>
            <a:off x="5118100" y="2286953"/>
            <a:ext cx="44450" cy="55563"/>
          </a:xfrm>
          <a:custGeom>
            <a:avLst/>
            <a:gdLst>
              <a:gd name="T0" fmla="*/ 0 w 28"/>
              <a:gd name="T1" fmla="*/ 0 h 35"/>
              <a:gd name="T2" fmla="*/ 28 w 28"/>
              <a:gd name="T3" fmla="*/ 35 h 35"/>
              <a:gd name="T4" fmla="*/ 0 w 28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35">
                <a:moveTo>
                  <a:pt x="0" y="0"/>
                </a:moveTo>
                <a:lnTo>
                  <a:pt x="28" y="35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3" name="Freeform 117"/>
          <p:cNvSpPr>
            <a:spLocks/>
          </p:cNvSpPr>
          <p:nvPr/>
        </p:nvSpPr>
        <p:spPr bwMode="auto">
          <a:xfrm>
            <a:off x="5186363" y="2071053"/>
            <a:ext cx="20638" cy="28575"/>
          </a:xfrm>
          <a:custGeom>
            <a:avLst/>
            <a:gdLst>
              <a:gd name="T0" fmla="*/ 13 w 13"/>
              <a:gd name="T1" fmla="*/ 18 h 18"/>
              <a:gd name="T2" fmla="*/ 0 w 13"/>
              <a:gd name="T3" fmla="*/ 0 h 18"/>
              <a:gd name="T4" fmla="*/ 13 w 13"/>
              <a:gd name="T5" fmla="*/ 1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8">
                <a:moveTo>
                  <a:pt x="13" y="18"/>
                </a:moveTo>
                <a:lnTo>
                  <a:pt x="0" y="0"/>
                </a:lnTo>
                <a:lnTo>
                  <a:pt x="13" y="1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4" name="Freeform 118"/>
          <p:cNvSpPr>
            <a:spLocks/>
          </p:cNvSpPr>
          <p:nvPr/>
        </p:nvSpPr>
        <p:spPr bwMode="auto">
          <a:xfrm>
            <a:off x="5156200" y="1969453"/>
            <a:ext cx="36513" cy="46038"/>
          </a:xfrm>
          <a:custGeom>
            <a:avLst/>
            <a:gdLst>
              <a:gd name="T0" fmla="*/ 0 w 23"/>
              <a:gd name="T1" fmla="*/ 0 h 29"/>
              <a:gd name="T2" fmla="*/ 23 w 23"/>
              <a:gd name="T3" fmla="*/ 29 h 29"/>
              <a:gd name="T4" fmla="*/ 0 w 23"/>
              <a:gd name="T5" fmla="*/ 0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" h="29">
                <a:moveTo>
                  <a:pt x="0" y="0"/>
                </a:moveTo>
                <a:lnTo>
                  <a:pt x="23" y="29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5" name="Freeform 119"/>
          <p:cNvSpPr>
            <a:spLocks/>
          </p:cNvSpPr>
          <p:nvPr/>
        </p:nvSpPr>
        <p:spPr bwMode="auto">
          <a:xfrm>
            <a:off x="5391150" y="1977390"/>
            <a:ext cx="20638" cy="26988"/>
          </a:xfrm>
          <a:custGeom>
            <a:avLst/>
            <a:gdLst>
              <a:gd name="T0" fmla="*/ 0 w 13"/>
              <a:gd name="T1" fmla="*/ 0 h 17"/>
              <a:gd name="T2" fmla="*/ 13 w 13"/>
              <a:gd name="T3" fmla="*/ 17 h 17"/>
              <a:gd name="T4" fmla="*/ 0 w 13"/>
              <a:gd name="T5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7">
                <a:moveTo>
                  <a:pt x="0" y="0"/>
                </a:moveTo>
                <a:lnTo>
                  <a:pt x="13" y="1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6" name="Freeform 120"/>
          <p:cNvSpPr>
            <a:spLocks/>
          </p:cNvSpPr>
          <p:nvPr/>
        </p:nvSpPr>
        <p:spPr bwMode="auto">
          <a:xfrm>
            <a:off x="5241925" y="1753553"/>
            <a:ext cx="6350" cy="9525"/>
          </a:xfrm>
          <a:custGeom>
            <a:avLst/>
            <a:gdLst>
              <a:gd name="T0" fmla="*/ 4 w 4"/>
              <a:gd name="T1" fmla="*/ 6 h 6"/>
              <a:gd name="T2" fmla="*/ 0 w 4"/>
              <a:gd name="T3" fmla="*/ 0 h 6"/>
              <a:gd name="T4" fmla="*/ 4 w 4"/>
              <a:gd name="T5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6">
                <a:moveTo>
                  <a:pt x="4" y="6"/>
                </a:moveTo>
                <a:lnTo>
                  <a:pt x="0" y="0"/>
                </a:lnTo>
                <a:lnTo>
                  <a:pt x="4" y="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7" name="Freeform 121"/>
          <p:cNvSpPr>
            <a:spLocks/>
          </p:cNvSpPr>
          <p:nvPr/>
        </p:nvSpPr>
        <p:spPr bwMode="auto">
          <a:xfrm>
            <a:off x="5672138" y="2286953"/>
            <a:ext cx="44450" cy="55563"/>
          </a:xfrm>
          <a:custGeom>
            <a:avLst/>
            <a:gdLst>
              <a:gd name="T0" fmla="*/ 0 w 28"/>
              <a:gd name="T1" fmla="*/ 0 h 35"/>
              <a:gd name="T2" fmla="*/ 28 w 28"/>
              <a:gd name="T3" fmla="*/ 35 h 35"/>
              <a:gd name="T4" fmla="*/ 0 w 28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35">
                <a:moveTo>
                  <a:pt x="0" y="0"/>
                </a:moveTo>
                <a:lnTo>
                  <a:pt x="28" y="35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8" name="Freeform 122"/>
          <p:cNvSpPr>
            <a:spLocks/>
          </p:cNvSpPr>
          <p:nvPr/>
        </p:nvSpPr>
        <p:spPr bwMode="auto">
          <a:xfrm>
            <a:off x="6037263" y="2782253"/>
            <a:ext cx="133350" cy="131763"/>
          </a:xfrm>
          <a:custGeom>
            <a:avLst/>
            <a:gdLst>
              <a:gd name="T0" fmla="*/ 0 w 84"/>
              <a:gd name="T1" fmla="*/ 0 h 83"/>
              <a:gd name="T2" fmla="*/ 84 w 84"/>
              <a:gd name="T3" fmla="*/ 83 h 83"/>
              <a:gd name="T4" fmla="*/ 0 w 84"/>
              <a:gd name="T5" fmla="*/ 0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4" h="83">
                <a:moveTo>
                  <a:pt x="0" y="0"/>
                </a:moveTo>
                <a:lnTo>
                  <a:pt x="84" y="83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9" name="Freeform 123"/>
          <p:cNvSpPr>
            <a:spLocks/>
          </p:cNvSpPr>
          <p:nvPr/>
        </p:nvSpPr>
        <p:spPr bwMode="auto">
          <a:xfrm>
            <a:off x="5430838" y="1739265"/>
            <a:ext cx="47625" cy="61913"/>
          </a:xfrm>
          <a:custGeom>
            <a:avLst/>
            <a:gdLst>
              <a:gd name="T0" fmla="*/ 30 w 30"/>
              <a:gd name="T1" fmla="*/ 39 h 39"/>
              <a:gd name="T2" fmla="*/ 0 w 30"/>
              <a:gd name="T3" fmla="*/ 0 h 39"/>
              <a:gd name="T4" fmla="*/ 30 w 30"/>
              <a:gd name="T5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" h="39">
                <a:moveTo>
                  <a:pt x="30" y="39"/>
                </a:moveTo>
                <a:lnTo>
                  <a:pt x="0" y="0"/>
                </a:lnTo>
                <a:lnTo>
                  <a:pt x="30" y="39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0" name="Freeform 124"/>
          <p:cNvSpPr>
            <a:spLocks/>
          </p:cNvSpPr>
          <p:nvPr/>
        </p:nvSpPr>
        <p:spPr bwMode="auto">
          <a:xfrm>
            <a:off x="5462588" y="1715453"/>
            <a:ext cx="42863" cy="55563"/>
          </a:xfrm>
          <a:custGeom>
            <a:avLst/>
            <a:gdLst>
              <a:gd name="T0" fmla="*/ 0 w 27"/>
              <a:gd name="T1" fmla="*/ 0 h 35"/>
              <a:gd name="T2" fmla="*/ 27 w 27"/>
              <a:gd name="T3" fmla="*/ 35 h 35"/>
              <a:gd name="T4" fmla="*/ 0 w 27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" h="35">
                <a:moveTo>
                  <a:pt x="0" y="0"/>
                </a:moveTo>
                <a:lnTo>
                  <a:pt x="27" y="35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1" name="Freeform 125"/>
          <p:cNvSpPr>
            <a:spLocks/>
          </p:cNvSpPr>
          <p:nvPr/>
        </p:nvSpPr>
        <p:spPr bwMode="auto">
          <a:xfrm>
            <a:off x="5740400" y="2071053"/>
            <a:ext cx="20638" cy="28575"/>
          </a:xfrm>
          <a:custGeom>
            <a:avLst/>
            <a:gdLst>
              <a:gd name="T0" fmla="*/ 13 w 13"/>
              <a:gd name="T1" fmla="*/ 18 h 18"/>
              <a:gd name="T2" fmla="*/ 0 w 13"/>
              <a:gd name="T3" fmla="*/ 0 h 18"/>
              <a:gd name="T4" fmla="*/ 13 w 13"/>
              <a:gd name="T5" fmla="*/ 1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" h="18">
                <a:moveTo>
                  <a:pt x="13" y="18"/>
                </a:moveTo>
                <a:lnTo>
                  <a:pt x="0" y="0"/>
                </a:lnTo>
                <a:lnTo>
                  <a:pt x="13" y="1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2" name="Freeform 126"/>
          <p:cNvSpPr>
            <a:spLocks/>
          </p:cNvSpPr>
          <p:nvPr/>
        </p:nvSpPr>
        <p:spPr bwMode="auto">
          <a:xfrm>
            <a:off x="5710238" y="1969453"/>
            <a:ext cx="36513" cy="46038"/>
          </a:xfrm>
          <a:custGeom>
            <a:avLst/>
            <a:gdLst>
              <a:gd name="T0" fmla="*/ 0 w 23"/>
              <a:gd name="T1" fmla="*/ 0 h 29"/>
              <a:gd name="T2" fmla="*/ 23 w 23"/>
              <a:gd name="T3" fmla="*/ 29 h 29"/>
              <a:gd name="T4" fmla="*/ 0 w 23"/>
              <a:gd name="T5" fmla="*/ 0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" h="29">
                <a:moveTo>
                  <a:pt x="0" y="0"/>
                </a:moveTo>
                <a:lnTo>
                  <a:pt x="23" y="29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3" name="Freeform 127"/>
          <p:cNvSpPr>
            <a:spLocks/>
          </p:cNvSpPr>
          <p:nvPr/>
        </p:nvSpPr>
        <p:spPr bwMode="auto">
          <a:xfrm>
            <a:off x="5795963" y="1753553"/>
            <a:ext cx="7938" cy="9525"/>
          </a:xfrm>
          <a:custGeom>
            <a:avLst/>
            <a:gdLst>
              <a:gd name="T0" fmla="*/ 5 w 5"/>
              <a:gd name="T1" fmla="*/ 6 h 6"/>
              <a:gd name="T2" fmla="*/ 0 w 5"/>
              <a:gd name="T3" fmla="*/ 0 h 6"/>
              <a:gd name="T4" fmla="*/ 5 w 5"/>
              <a:gd name="T5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" h="6">
                <a:moveTo>
                  <a:pt x="5" y="6"/>
                </a:moveTo>
                <a:lnTo>
                  <a:pt x="0" y="0"/>
                </a:lnTo>
                <a:lnTo>
                  <a:pt x="5" y="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4" name="Freeform 128"/>
          <p:cNvSpPr>
            <a:spLocks/>
          </p:cNvSpPr>
          <p:nvPr/>
        </p:nvSpPr>
        <p:spPr bwMode="auto">
          <a:xfrm>
            <a:off x="5757863" y="1704340"/>
            <a:ext cx="14288" cy="17463"/>
          </a:xfrm>
          <a:custGeom>
            <a:avLst/>
            <a:gdLst>
              <a:gd name="T0" fmla="*/ 9 w 9"/>
              <a:gd name="T1" fmla="*/ 11 h 11"/>
              <a:gd name="T2" fmla="*/ 0 w 9"/>
              <a:gd name="T3" fmla="*/ 0 h 11"/>
              <a:gd name="T4" fmla="*/ 9 w 9"/>
              <a:gd name="T5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" h="11">
                <a:moveTo>
                  <a:pt x="9" y="11"/>
                </a:moveTo>
                <a:lnTo>
                  <a:pt x="0" y="0"/>
                </a:lnTo>
                <a:lnTo>
                  <a:pt x="9" y="1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5" name="Freeform 129"/>
          <p:cNvSpPr>
            <a:spLocks/>
          </p:cNvSpPr>
          <p:nvPr/>
        </p:nvSpPr>
        <p:spPr bwMode="auto">
          <a:xfrm>
            <a:off x="2763838" y="2914015"/>
            <a:ext cx="3406775" cy="0"/>
          </a:xfrm>
          <a:custGeom>
            <a:avLst/>
            <a:gdLst>
              <a:gd name="T0" fmla="*/ 2146 w 2146"/>
              <a:gd name="T1" fmla="*/ 0 w 2146"/>
              <a:gd name="T2" fmla="*/ 2146 w 214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146">
                <a:moveTo>
                  <a:pt x="2146" y="0"/>
                </a:moveTo>
                <a:lnTo>
                  <a:pt x="0" y="0"/>
                </a:lnTo>
                <a:lnTo>
                  <a:pt x="2146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6" name="Freeform 130"/>
          <p:cNvSpPr>
            <a:spLocks/>
          </p:cNvSpPr>
          <p:nvPr/>
        </p:nvSpPr>
        <p:spPr bwMode="auto">
          <a:xfrm>
            <a:off x="2895600" y="2782253"/>
            <a:ext cx="3141663" cy="0"/>
          </a:xfrm>
          <a:custGeom>
            <a:avLst/>
            <a:gdLst>
              <a:gd name="T0" fmla="*/ 1979 w 1979"/>
              <a:gd name="T1" fmla="*/ 0 w 1979"/>
              <a:gd name="T2" fmla="*/ 1979 w 197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979">
                <a:moveTo>
                  <a:pt x="1979" y="0"/>
                </a:moveTo>
                <a:lnTo>
                  <a:pt x="0" y="0"/>
                </a:lnTo>
                <a:lnTo>
                  <a:pt x="197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7" name="Freeform 131"/>
          <p:cNvSpPr>
            <a:spLocks/>
          </p:cNvSpPr>
          <p:nvPr/>
        </p:nvSpPr>
        <p:spPr bwMode="auto">
          <a:xfrm>
            <a:off x="2973388" y="2702878"/>
            <a:ext cx="2986088" cy="0"/>
          </a:xfrm>
          <a:custGeom>
            <a:avLst/>
            <a:gdLst>
              <a:gd name="T0" fmla="*/ 0 w 1881"/>
              <a:gd name="T1" fmla="*/ 1881 w 1881"/>
              <a:gd name="T2" fmla="*/ 0 w 1881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881">
                <a:moveTo>
                  <a:pt x="0" y="0"/>
                </a:moveTo>
                <a:lnTo>
                  <a:pt x="1881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8" name="Freeform 132"/>
          <p:cNvSpPr>
            <a:spLocks/>
          </p:cNvSpPr>
          <p:nvPr/>
        </p:nvSpPr>
        <p:spPr bwMode="auto">
          <a:xfrm>
            <a:off x="4286250" y="2375853"/>
            <a:ext cx="279400" cy="0"/>
          </a:xfrm>
          <a:custGeom>
            <a:avLst/>
            <a:gdLst>
              <a:gd name="T0" fmla="*/ 176 w 176"/>
              <a:gd name="T1" fmla="*/ 0 w 176"/>
              <a:gd name="T2" fmla="*/ 176 w 17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76">
                <a:moveTo>
                  <a:pt x="176" y="0"/>
                </a:moveTo>
                <a:lnTo>
                  <a:pt x="0" y="0"/>
                </a:lnTo>
                <a:lnTo>
                  <a:pt x="176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9" name="Freeform 133"/>
          <p:cNvSpPr>
            <a:spLocks/>
          </p:cNvSpPr>
          <p:nvPr/>
        </p:nvSpPr>
        <p:spPr bwMode="auto">
          <a:xfrm>
            <a:off x="3730625" y="2375853"/>
            <a:ext cx="279400" cy="0"/>
          </a:xfrm>
          <a:custGeom>
            <a:avLst/>
            <a:gdLst>
              <a:gd name="T0" fmla="*/ 176 w 176"/>
              <a:gd name="T1" fmla="*/ 0 w 176"/>
              <a:gd name="T2" fmla="*/ 176 w 17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76">
                <a:moveTo>
                  <a:pt x="176" y="0"/>
                </a:moveTo>
                <a:lnTo>
                  <a:pt x="0" y="0"/>
                </a:lnTo>
                <a:lnTo>
                  <a:pt x="176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0" name="Freeform 134"/>
          <p:cNvSpPr>
            <a:spLocks/>
          </p:cNvSpPr>
          <p:nvPr/>
        </p:nvSpPr>
        <p:spPr bwMode="auto">
          <a:xfrm>
            <a:off x="3771900" y="2310765"/>
            <a:ext cx="204788" cy="0"/>
          </a:xfrm>
          <a:custGeom>
            <a:avLst/>
            <a:gdLst>
              <a:gd name="T0" fmla="*/ 0 w 129"/>
              <a:gd name="T1" fmla="*/ 129 w 129"/>
              <a:gd name="T2" fmla="*/ 0 w 12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29">
                <a:moveTo>
                  <a:pt x="0" y="0"/>
                </a:moveTo>
                <a:lnTo>
                  <a:pt x="129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1" name="Freeform 135"/>
          <p:cNvSpPr>
            <a:spLocks/>
          </p:cNvSpPr>
          <p:nvPr/>
        </p:nvSpPr>
        <p:spPr bwMode="auto">
          <a:xfrm>
            <a:off x="4325938" y="2310765"/>
            <a:ext cx="204788" cy="0"/>
          </a:xfrm>
          <a:custGeom>
            <a:avLst/>
            <a:gdLst>
              <a:gd name="T0" fmla="*/ 0 w 129"/>
              <a:gd name="T1" fmla="*/ 129 w 129"/>
              <a:gd name="T2" fmla="*/ 0 w 12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29">
                <a:moveTo>
                  <a:pt x="0" y="0"/>
                </a:moveTo>
                <a:lnTo>
                  <a:pt x="129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2" name="Freeform 136"/>
          <p:cNvSpPr>
            <a:spLocks/>
          </p:cNvSpPr>
          <p:nvPr/>
        </p:nvSpPr>
        <p:spPr bwMode="auto">
          <a:xfrm>
            <a:off x="3236913" y="2072640"/>
            <a:ext cx="219075" cy="0"/>
          </a:xfrm>
          <a:custGeom>
            <a:avLst/>
            <a:gdLst>
              <a:gd name="T0" fmla="*/ 138 w 138"/>
              <a:gd name="T1" fmla="*/ 0 w 138"/>
              <a:gd name="T2" fmla="*/ 138 w 13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38">
                <a:moveTo>
                  <a:pt x="138" y="0"/>
                </a:moveTo>
                <a:lnTo>
                  <a:pt x="0" y="0"/>
                </a:lnTo>
                <a:lnTo>
                  <a:pt x="138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3" name="Freeform 137"/>
          <p:cNvSpPr>
            <a:spLocks/>
          </p:cNvSpPr>
          <p:nvPr/>
        </p:nvSpPr>
        <p:spPr bwMode="auto">
          <a:xfrm>
            <a:off x="3254375" y="2005965"/>
            <a:ext cx="217488" cy="0"/>
          </a:xfrm>
          <a:custGeom>
            <a:avLst/>
            <a:gdLst>
              <a:gd name="T0" fmla="*/ 0 w 137"/>
              <a:gd name="T1" fmla="*/ 137 w 137"/>
              <a:gd name="T2" fmla="*/ 0 w 13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37">
                <a:moveTo>
                  <a:pt x="0" y="0"/>
                </a:moveTo>
                <a:lnTo>
                  <a:pt x="137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4" name="Freeform 138"/>
          <p:cNvSpPr>
            <a:spLocks/>
          </p:cNvSpPr>
          <p:nvPr/>
        </p:nvSpPr>
        <p:spPr bwMode="auto">
          <a:xfrm>
            <a:off x="5505450" y="1771015"/>
            <a:ext cx="204788" cy="0"/>
          </a:xfrm>
          <a:custGeom>
            <a:avLst/>
            <a:gdLst>
              <a:gd name="T0" fmla="*/ 129 w 129"/>
              <a:gd name="T1" fmla="*/ 0 w 129"/>
              <a:gd name="T2" fmla="*/ 129 w 12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29">
                <a:moveTo>
                  <a:pt x="129" y="0"/>
                </a:moveTo>
                <a:lnTo>
                  <a:pt x="0" y="0"/>
                </a:lnTo>
                <a:lnTo>
                  <a:pt x="12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5" name="Freeform 139"/>
          <p:cNvSpPr>
            <a:spLocks/>
          </p:cNvSpPr>
          <p:nvPr/>
        </p:nvSpPr>
        <p:spPr bwMode="auto">
          <a:xfrm>
            <a:off x="4395788" y="1771015"/>
            <a:ext cx="204788" cy="0"/>
          </a:xfrm>
          <a:custGeom>
            <a:avLst/>
            <a:gdLst>
              <a:gd name="T0" fmla="*/ 129 w 129"/>
              <a:gd name="T1" fmla="*/ 0 w 129"/>
              <a:gd name="T2" fmla="*/ 129 w 12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29">
                <a:moveTo>
                  <a:pt x="129" y="0"/>
                </a:moveTo>
                <a:lnTo>
                  <a:pt x="0" y="0"/>
                </a:lnTo>
                <a:lnTo>
                  <a:pt x="12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6" name="Freeform 140"/>
          <p:cNvSpPr>
            <a:spLocks/>
          </p:cNvSpPr>
          <p:nvPr/>
        </p:nvSpPr>
        <p:spPr bwMode="auto">
          <a:xfrm>
            <a:off x="3286125" y="1771015"/>
            <a:ext cx="204788" cy="0"/>
          </a:xfrm>
          <a:custGeom>
            <a:avLst/>
            <a:gdLst>
              <a:gd name="T0" fmla="*/ 129 w 129"/>
              <a:gd name="T1" fmla="*/ 0 w 129"/>
              <a:gd name="T2" fmla="*/ 129 w 12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29">
                <a:moveTo>
                  <a:pt x="129" y="0"/>
                </a:moveTo>
                <a:lnTo>
                  <a:pt x="0" y="0"/>
                </a:lnTo>
                <a:lnTo>
                  <a:pt x="129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7" name="Freeform 141"/>
          <p:cNvSpPr>
            <a:spLocks/>
          </p:cNvSpPr>
          <p:nvPr/>
        </p:nvSpPr>
        <p:spPr bwMode="auto">
          <a:xfrm>
            <a:off x="3259138" y="1704340"/>
            <a:ext cx="279400" cy="0"/>
          </a:xfrm>
          <a:custGeom>
            <a:avLst/>
            <a:gdLst>
              <a:gd name="T0" fmla="*/ 0 w 176"/>
              <a:gd name="T1" fmla="*/ 176 w 176"/>
              <a:gd name="T2" fmla="*/ 0 w 17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76">
                <a:moveTo>
                  <a:pt x="0" y="0"/>
                </a:moveTo>
                <a:lnTo>
                  <a:pt x="176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8" name="Freeform 142"/>
          <p:cNvSpPr>
            <a:spLocks/>
          </p:cNvSpPr>
          <p:nvPr/>
        </p:nvSpPr>
        <p:spPr bwMode="auto">
          <a:xfrm>
            <a:off x="4368800" y="1704340"/>
            <a:ext cx="277813" cy="0"/>
          </a:xfrm>
          <a:custGeom>
            <a:avLst/>
            <a:gdLst>
              <a:gd name="T0" fmla="*/ 0 w 175"/>
              <a:gd name="T1" fmla="*/ 175 w 175"/>
              <a:gd name="T2" fmla="*/ 0 w 175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75">
                <a:moveTo>
                  <a:pt x="0" y="0"/>
                </a:moveTo>
                <a:lnTo>
                  <a:pt x="175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9" name="Freeform 143"/>
          <p:cNvSpPr>
            <a:spLocks/>
          </p:cNvSpPr>
          <p:nvPr/>
        </p:nvSpPr>
        <p:spPr bwMode="auto">
          <a:xfrm>
            <a:off x="5476875" y="1704340"/>
            <a:ext cx="280988" cy="0"/>
          </a:xfrm>
          <a:custGeom>
            <a:avLst/>
            <a:gdLst>
              <a:gd name="T0" fmla="*/ 0 w 177"/>
              <a:gd name="T1" fmla="*/ 177 w 177"/>
              <a:gd name="T2" fmla="*/ 0 w 17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77">
                <a:moveTo>
                  <a:pt x="0" y="0"/>
                </a:moveTo>
                <a:lnTo>
                  <a:pt x="177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50" name="Freeform 144"/>
          <p:cNvSpPr>
            <a:spLocks/>
          </p:cNvSpPr>
          <p:nvPr/>
        </p:nvSpPr>
        <p:spPr bwMode="auto">
          <a:xfrm>
            <a:off x="2973388" y="1377315"/>
            <a:ext cx="2986088" cy="0"/>
          </a:xfrm>
          <a:custGeom>
            <a:avLst/>
            <a:gdLst>
              <a:gd name="T0" fmla="*/ 0 w 1881"/>
              <a:gd name="T1" fmla="*/ 1881 w 1881"/>
              <a:gd name="T2" fmla="*/ 0 w 1881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881">
                <a:moveTo>
                  <a:pt x="0" y="0"/>
                </a:moveTo>
                <a:lnTo>
                  <a:pt x="1881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51" name="Freeform 145"/>
          <p:cNvSpPr>
            <a:spLocks/>
          </p:cNvSpPr>
          <p:nvPr/>
        </p:nvSpPr>
        <p:spPr bwMode="auto">
          <a:xfrm>
            <a:off x="2895600" y="1297940"/>
            <a:ext cx="3141663" cy="0"/>
          </a:xfrm>
          <a:custGeom>
            <a:avLst/>
            <a:gdLst>
              <a:gd name="T0" fmla="*/ 0 w 1979"/>
              <a:gd name="T1" fmla="*/ 1979 w 1979"/>
              <a:gd name="T2" fmla="*/ 0 w 1979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979">
                <a:moveTo>
                  <a:pt x="0" y="0"/>
                </a:moveTo>
                <a:lnTo>
                  <a:pt x="1979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52" name="Freeform 146"/>
          <p:cNvSpPr>
            <a:spLocks/>
          </p:cNvSpPr>
          <p:nvPr/>
        </p:nvSpPr>
        <p:spPr bwMode="auto">
          <a:xfrm>
            <a:off x="2763838" y="1166178"/>
            <a:ext cx="3406775" cy="0"/>
          </a:xfrm>
          <a:custGeom>
            <a:avLst/>
            <a:gdLst>
              <a:gd name="T0" fmla="*/ 0 w 2146"/>
              <a:gd name="T1" fmla="*/ 2146 w 2146"/>
              <a:gd name="T2" fmla="*/ 0 w 214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146">
                <a:moveTo>
                  <a:pt x="0" y="0"/>
                </a:moveTo>
                <a:lnTo>
                  <a:pt x="2146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53" name="Freeform 147"/>
          <p:cNvSpPr>
            <a:spLocks/>
          </p:cNvSpPr>
          <p:nvPr/>
        </p:nvSpPr>
        <p:spPr bwMode="auto">
          <a:xfrm>
            <a:off x="4116388" y="2298065"/>
            <a:ext cx="66675" cy="66675"/>
          </a:xfrm>
          <a:custGeom>
            <a:avLst/>
            <a:gdLst>
              <a:gd name="T0" fmla="*/ 42 w 42"/>
              <a:gd name="T1" fmla="*/ 19 h 42"/>
              <a:gd name="T2" fmla="*/ 41 w 42"/>
              <a:gd name="T3" fmla="*/ 15 h 42"/>
              <a:gd name="T4" fmla="*/ 39 w 42"/>
              <a:gd name="T5" fmla="*/ 11 h 42"/>
              <a:gd name="T6" fmla="*/ 37 w 42"/>
              <a:gd name="T7" fmla="*/ 8 h 42"/>
              <a:gd name="T8" fmla="*/ 34 w 42"/>
              <a:gd name="T9" fmla="*/ 5 h 42"/>
              <a:gd name="T10" fmla="*/ 31 w 42"/>
              <a:gd name="T11" fmla="*/ 3 h 42"/>
              <a:gd name="T12" fmla="*/ 27 w 42"/>
              <a:gd name="T13" fmla="*/ 1 h 42"/>
              <a:gd name="T14" fmla="*/ 23 w 42"/>
              <a:gd name="T15" fmla="*/ 0 h 42"/>
              <a:gd name="T16" fmla="*/ 19 w 42"/>
              <a:gd name="T17" fmla="*/ 0 h 42"/>
              <a:gd name="T18" fmla="*/ 15 w 42"/>
              <a:gd name="T19" fmla="*/ 1 h 42"/>
              <a:gd name="T20" fmla="*/ 11 w 42"/>
              <a:gd name="T21" fmla="*/ 3 h 42"/>
              <a:gd name="T22" fmla="*/ 8 w 42"/>
              <a:gd name="T23" fmla="*/ 5 h 42"/>
              <a:gd name="T24" fmla="*/ 5 w 42"/>
              <a:gd name="T25" fmla="*/ 8 h 42"/>
              <a:gd name="T26" fmla="*/ 3 w 42"/>
              <a:gd name="T27" fmla="*/ 11 h 42"/>
              <a:gd name="T28" fmla="*/ 1 w 42"/>
              <a:gd name="T29" fmla="*/ 15 h 42"/>
              <a:gd name="T30" fmla="*/ 0 w 42"/>
              <a:gd name="T31" fmla="*/ 19 h 42"/>
              <a:gd name="T32" fmla="*/ 0 w 42"/>
              <a:gd name="T33" fmla="*/ 23 h 42"/>
              <a:gd name="T34" fmla="*/ 1 w 42"/>
              <a:gd name="T35" fmla="*/ 28 h 42"/>
              <a:gd name="T36" fmla="*/ 3 w 42"/>
              <a:gd name="T37" fmla="*/ 31 h 42"/>
              <a:gd name="T38" fmla="*/ 5 w 42"/>
              <a:gd name="T39" fmla="*/ 34 h 42"/>
              <a:gd name="T40" fmla="*/ 8 w 42"/>
              <a:gd name="T41" fmla="*/ 38 h 42"/>
              <a:gd name="T42" fmla="*/ 11 w 42"/>
              <a:gd name="T43" fmla="*/ 39 h 42"/>
              <a:gd name="T44" fmla="*/ 15 w 42"/>
              <a:gd name="T45" fmla="*/ 41 h 42"/>
              <a:gd name="T46" fmla="*/ 19 w 42"/>
              <a:gd name="T47" fmla="*/ 42 h 42"/>
              <a:gd name="T48" fmla="*/ 23 w 42"/>
              <a:gd name="T49" fmla="*/ 42 h 42"/>
              <a:gd name="T50" fmla="*/ 27 w 42"/>
              <a:gd name="T51" fmla="*/ 41 h 42"/>
              <a:gd name="T52" fmla="*/ 31 w 42"/>
              <a:gd name="T53" fmla="*/ 39 h 42"/>
              <a:gd name="T54" fmla="*/ 34 w 42"/>
              <a:gd name="T55" fmla="*/ 38 h 42"/>
              <a:gd name="T56" fmla="*/ 37 w 42"/>
              <a:gd name="T57" fmla="*/ 34 h 42"/>
              <a:gd name="T58" fmla="*/ 39 w 42"/>
              <a:gd name="T59" fmla="*/ 31 h 42"/>
              <a:gd name="T60" fmla="*/ 41 w 42"/>
              <a:gd name="T61" fmla="*/ 28 h 42"/>
              <a:gd name="T62" fmla="*/ 42 w 42"/>
              <a:gd name="T63" fmla="*/ 23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2" h="42">
                <a:moveTo>
                  <a:pt x="42" y="21"/>
                </a:moveTo>
                <a:lnTo>
                  <a:pt x="42" y="19"/>
                </a:lnTo>
                <a:lnTo>
                  <a:pt x="41" y="17"/>
                </a:lnTo>
                <a:lnTo>
                  <a:pt x="41" y="15"/>
                </a:lnTo>
                <a:lnTo>
                  <a:pt x="40" y="13"/>
                </a:lnTo>
                <a:lnTo>
                  <a:pt x="39" y="11"/>
                </a:lnTo>
                <a:lnTo>
                  <a:pt x="39" y="9"/>
                </a:lnTo>
                <a:lnTo>
                  <a:pt x="37" y="8"/>
                </a:lnTo>
                <a:lnTo>
                  <a:pt x="35" y="7"/>
                </a:lnTo>
                <a:lnTo>
                  <a:pt x="34" y="5"/>
                </a:lnTo>
                <a:lnTo>
                  <a:pt x="33" y="4"/>
                </a:lnTo>
                <a:lnTo>
                  <a:pt x="31" y="3"/>
                </a:lnTo>
                <a:lnTo>
                  <a:pt x="30" y="2"/>
                </a:lnTo>
                <a:lnTo>
                  <a:pt x="27" y="1"/>
                </a:lnTo>
                <a:lnTo>
                  <a:pt x="25" y="1"/>
                </a:lnTo>
                <a:lnTo>
                  <a:pt x="23" y="0"/>
                </a:lnTo>
                <a:lnTo>
                  <a:pt x="21" y="0"/>
                </a:lnTo>
                <a:lnTo>
                  <a:pt x="19" y="0"/>
                </a:lnTo>
                <a:lnTo>
                  <a:pt x="17" y="1"/>
                </a:lnTo>
                <a:lnTo>
                  <a:pt x="15" y="1"/>
                </a:lnTo>
                <a:lnTo>
                  <a:pt x="13" y="2"/>
                </a:lnTo>
                <a:lnTo>
                  <a:pt x="11" y="3"/>
                </a:lnTo>
                <a:lnTo>
                  <a:pt x="10" y="4"/>
                </a:lnTo>
                <a:lnTo>
                  <a:pt x="8" y="5"/>
                </a:lnTo>
                <a:lnTo>
                  <a:pt x="6" y="7"/>
                </a:lnTo>
                <a:lnTo>
                  <a:pt x="5" y="8"/>
                </a:lnTo>
                <a:lnTo>
                  <a:pt x="4" y="9"/>
                </a:lnTo>
                <a:lnTo>
                  <a:pt x="3" y="11"/>
                </a:lnTo>
                <a:lnTo>
                  <a:pt x="2" y="13"/>
                </a:lnTo>
                <a:lnTo>
                  <a:pt x="1" y="15"/>
                </a:lnTo>
                <a:lnTo>
                  <a:pt x="0" y="17"/>
                </a:lnTo>
                <a:lnTo>
                  <a:pt x="0" y="19"/>
                </a:lnTo>
                <a:lnTo>
                  <a:pt x="0" y="21"/>
                </a:lnTo>
                <a:lnTo>
                  <a:pt x="0" y="23"/>
                </a:lnTo>
                <a:lnTo>
                  <a:pt x="0" y="25"/>
                </a:lnTo>
                <a:lnTo>
                  <a:pt x="1" y="28"/>
                </a:lnTo>
                <a:lnTo>
                  <a:pt x="2" y="29"/>
                </a:lnTo>
                <a:lnTo>
                  <a:pt x="3" y="31"/>
                </a:lnTo>
                <a:lnTo>
                  <a:pt x="4" y="33"/>
                </a:lnTo>
                <a:lnTo>
                  <a:pt x="5" y="34"/>
                </a:lnTo>
                <a:lnTo>
                  <a:pt x="6" y="36"/>
                </a:lnTo>
                <a:lnTo>
                  <a:pt x="8" y="38"/>
                </a:lnTo>
                <a:lnTo>
                  <a:pt x="10" y="38"/>
                </a:lnTo>
                <a:lnTo>
                  <a:pt x="11" y="39"/>
                </a:lnTo>
                <a:lnTo>
                  <a:pt x="13" y="40"/>
                </a:lnTo>
                <a:lnTo>
                  <a:pt x="15" y="41"/>
                </a:lnTo>
                <a:lnTo>
                  <a:pt x="17" y="42"/>
                </a:lnTo>
                <a:lnTo>
                  <a:pt x="19" y="42"/>
                </a:lnTo>
                <a:lnTo>
                  <a:pt x="21" y="42"/>
                </a:lnTo>
                <a:lnTo>
                  <a:pt x="23" y="42"/>
                </a:lnTo>
                <a:lnTo>
                  <a:pt x="25" y="42"/>
                </a:lnTo>
                <a:lnTo>
                  <a:pt x="27" y="41"/>
                </a:lnTo>
                <a:lnTo>
                  <a:pt x="30" y="40"/>
                </a:lnTo>
                <a:lnTo>
                  <a:pt x="31" y="39"/>
                </a:lnTo>
                <a:lnTo>
                  <a:pt x="33" y="38"/>
                </a:lnTo>
                <a:lnTo>
                  <a:pt x="34" y="38"/>
                </a:lnTo>
                <a:lnTo>
                  <a:pt x="35" y="36"/>
                </a:lnTo>
                <a:lnTo>
                  <a:pt x="37" y="34"/>
                </a:lnTo>
                <a:lnTo>
                  <a:pt x="39" y="33"/>
                </a:lnTo>
                <a:lnTo>
                  <a:pt x="39" y="31"/>
                </a:lnTo>
                <a:lnTo>
                  <a:pt x="40" y="29"/>
                </a:lnTo>
                <a:lnTo>
                  <a:pt x="41" y="28"/>
                </a:lnTo>
                <a:lnTo>
                  <a:pt x="41" y="25"/>
                </a:lnTo>
                <a:lnTo>
                  <a:pt x="42" y="23"/>
                </a:lnTo>
                <a:lnTo>
                  <a:pt x="42" y="2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54" name="平行四邊形 4"/>
          <p:cNvSpPr/>
          <p:nvPr/>
        </p:nvSpPr>
        <p:spPr>
          <a:xfrm>
            <a:off x="1790737" y="6537600"/>
            <a:ext cx="2965990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193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异警排除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  <p:sp>
        <p:nvSpPr>
          <p:cNvPr id="155" name="平行四邊形 4"/>
          <p:cNvSpPr/>
          <p:nvPr/>
        </p:nvSpPr>
        <p:spPr>
          <a:xfrm>
            <a:off x="-7199" y="6537600"/>
            <a:ext cx="2388813" cy="334776"/>
          </a:xfrm>
          <a:custGeom>
            <a:avLst/>
            <a:gdLst>
              <a:gd name="connsiteX0" fmla="*/ 0 w 1707728"/>
              <a:gd name="connsiteY0" fmla="*/ 324036 h 324036"/>
              <a:gd name="connsiteX1" fmla="*/ 81009 w 1707728"/>
              <a:gd name="connsiteY1" fmla="*/ 0 h 324036"/>
              <a:gd name="connsiteX2" fmla="*/ 1707728 w 1707728"/>
              <a:gd name="connsiteY2" fmla="*/ 0 h 324036"/>
              <a:gd name="connsiteX3" fmla="*/ 1626719 w 1707728"/>
              <a:gd name="connsiteY3" fmla="*/ 324036 h 324036"/>
              <a:gd name="connsiteX4" fmla="*/ 0 w 1707728"/>
              <a:gd name="connsiteY4" fmla="*/ 324036 h 324036"/>
              <a:gd name="connsiteX0" fmla="*/ 0 w 1707728"/>
              <a:gd name="connsiteY0" fmla="*/ 332745 h 332745"/>
              <a:gd name="connsiteX1" fmla="*/ 11341 w 1707728"/>
              <a:gd name="connsiteY1" fmla="*/ 0 h 332745"/>
              <a:gd name="connsiteX2" fmla="*/ 1707728 w 1707728"/>
              <a:gd name="connsiteY2" fmla="*/ 8709 h 332745"/>
              <a:gd name="connsiteX3" fmla="*/ 1626719 w 1707728"/>
              <a:gd name="connsiteY3" fmla="*/ 332745 h 332745"/>
              <a:gd name="connsiteX4" fmla="*/ 0 w 1707728"/>
              <a:gd name="connsiteY4" fmla="*/ 332745 h 332745"/>
              <a:gd name="connsiteX0" fmla="*/ 0 w 1975062"/>
              <a:gd name="connsiteY0" fmla="*/ 332745 h 341454"/>
              <a:gd name="connsiteX1" fmla="*/ 11341 w 1975062"/>
              <a:gd name="connsiteY1" fmla="*/ 0 h 341454"/>
              <a:gd name="connsiteX2" fmla="*/ 1707728 w 1975062"/>
              <a:gd name="connsiteY2" fmla="*/ 8709 h 341454"/>
              <a:gd name="connsiteX3" fmla="*/ 1975062 w 1975062"/>
              <a:gd name="connsiteY3" fmla="*/ 341454 h 341454"/>
              <a:gd name="connsiteX4" fmla="*/ 0 w 1975062"/>
              <a:gd name="connsiteY4" fmla="*/ 332745 h 341454"/>
              <a:gd name="connsiteX0" fmla="*/ 3732 w 1963721"/>
              <a:gd name="connsiteY0" fmla="*/ 332745 h 341454"/>
              <a:gd name="connsiteX1" fmla="*/ 0 w 1963721"/>
              <a:gd name="connsiteY1" fmla="*/ 0 h 341454"/>
              <a:gd name="connsiteX2" fmla="*/ 1696387 w 1963721"/>
              <a:gd name="connsiteY2" fmla="*/ 8709 h 341454"/>
              <a:gd name="connsiteX3" fmla="*/ 1963721 w 1963721"/>
              <a:gd name="connsiteY3" fmla="*/ 341454 h 341454"/>
              <a:gd name="connsiteX4" fmla="*/ 3732 w 1963721"/>
              <a:gd name="connsiteY4" fmla="*/ 332745 h 341454"/>
              <a:gd name="connsiteX0" fmla="*/ 3732 w 1963721"/>
              <a:gd name="connsiteY0" fmla="*/ 357866 h 357866"/>
              <a:gd name="connsiteX1" fmla="*/ 0 w 1963721"/>
              <a:gd name="connsiteY1" fmla="*/ 0 h 357866"/>
              <a:gd name="connsiteX2" fmla="*/ 1696387 w 1963721"/>
              <a:gd name="connsiteY2" fmla="*/ 8709 h 357866"/>
              <a:gd name="connsiteX3" fmla="*/ 1963721 w 1963721"/>
              <a:gd name="connsiteY3" fmla="*/ 341454 h 357866"/>
              <a:gd name="connsiteX4" fmla="*/ 3732 w 1963721"/>
              <a:gd name="connsiteY4" fmla="*/ 357866 h 357866"/>
              <a:gd name="connsiteX0" fmla="*/ 3732 w 1963721"/>
              <a:gd name="connsiteY0" fmla="*/ 347818 h 347818"/>
              <a:gd name="connsiteX1" fmla="*/ 0 w 1963721"/>
              <a:gd name="connsiteY1" fmla="*/ 0 h 347818"/>
              <a:gd name="connsiteX2" fmla="*/ 1696387 w 1963721"/>
              <a:gd name="connsiteY2" fmla="*/ 8709 h 347818"/>
              <a:gd name="connsiteX3" fmla="*/ 1963721 w 1963721"/>
              <a:gd name="connsiteY3" fmla="*/ 341454 h 347818"/>
              <a:gd name="connsiteX4" fmla="*/ 3732 w 1963721"/>
              <a:gd name="connsiteY4" fmla="*/ 347818 h 347818"/>
              <a:gd name="connsiteX0" fmla="*/ 0 w 1959989"/>
              <a:gd name="connsiteY0" fmla="*/ 339109 h 339109"/>
              <a:gd name="connsiteX1" fmla="*/ 1293 w 1959989"/>
              <a:gd name="connsiteY1" fmla="*/ 1339 h 339109"/>
              <a:gd name="connsiteX2" fmla="*/ 1692655 w 1959989"/>
              <a:gd name="connsiteY2" fmla="*/ 0 h 339109"/>
              <a:gd name="connsiteX3" fmla="*/ 1959989 w 1959989"/>
              <a:gd name="connsiteY3" fmla="*/ 332745 h 339109"/>
              <a:gd name="connsiteX4" fmla="*/ 0 w 1959989"/>
              <a:gd name="connsiteY4" fmla="*/ 339109 h 339109"/>
              <a:gd name="connsiteX0" fmla="*/ 3732 w 1958696"/>
              <a:gd name="connsiteY0" fmla="*/ 339109 h 339109"/>
              <a:gd name="connsiteX1" fmla="*/ 0 w 1958696"/>
              <a:gd name="connsiteY1" fmla="*/ 1339 h 339109"/>
              <a:gd name="connsiteX2" fmla="*/ 1691362 w 1958696"/>
              <a:gd name="connsiteY2" fmla="*/ 0 h 339109"/>
              <a:gd name="connsiteX3" fmla="*/ 1958696 w 1958696"/>
              <a:gd name="connsiteY3" fmla="*/ 332745 h 339109"/>
              <a:gd name="connsiteX4" fmla="*/ 3732 w 1958696"/>
              <a:gd name="connsiteY4" fmla="*/ 339109 h 339109"/>
              <a:gd name="connsiteX0" fmla="*/ 0 w 1959297"/>
              <a:gd name="connsiteY0" fmla="*/ 330442 h 332745"/>
              <a:gd name="connsiteX1" fmla="*/ 601 w 1959297"/>
              <a:gd name="connsiteY1" fmla="*/ 1339 h 332745"/>
              <a:gd name="connsiteX2" fmla="*/ 1691963 w 1959297"/>
              <a:gd name="connsiteY2" fmla="*/ 0 h 332745"/>
              <a:gd name="connsiteX3" fmla="*/ 1959297 w 1959297"/>
              <a:gd name="connsiteY3" fmla="*/ 332745 h 332745"/>
              <a:gd name="connsiteX4" fmla="*/ 0 w 1959297"/>
              <a:gd name="connsiteY4" fmla="*/ 330442 h 332745"/>
              <a:gd name="connsiteX0" fmla="*/ 8070 w 1958700"/>
              <a:gd name="connsiteY0" fmla="*/ 334776 h 334776"/>
              <a:gd name="connsiteX1" fmla="*/ 4 w 1958700"/>
              <a:gd name="connsiteY1" fmla="*/ 1339 h 334776"/>
              <a:gd name="connsiteX2" fmla="*/ 1691366 w 1958700"/>
              <a:gd name="connsiteY2" fmla="*/ 0 h 334776"/>
              <a:gd name="connsiteX3" fmla="*/ 1958700 w 1958700"/>
              <a:gd name="connsiteY3" fmla="*/ 332745 h 334776"/>
              <a:gd name="connsiteX4" fmla="*/ 8070 w 1958700"/>
              <a:gd name="connsiteY4" fmla="*/ 334776 h 334776"/>
              <a:gd name="connsiteX0" fmla="*/ 0 w 1963630"/>
              <a:gd name="connsiteY0" fmla="*/ 334776 h 334776"/>
              <a:gd name="connsiteX1" fmla="*/ 4934 w 1963630"/>
              <a:gd name="connsiteY1" fmla="*/ 1339 h 334776"/>
              <a:gd name="connsiteX2" fmla="*/ 1696296 w 1963630"/>
              <a:gd name="connsiteY2" fmla="*/ 0 h 334776"/>
              <a:gd name="connsiteX3" fmla="*/ 1963630 w 1963630"/>
              <a:gd name="connsiteY3" fmla="*/ 332745 h 334776"/>
              <a:gd name="connsiteX4" fmla="*/ 0 w 1963630"/>
              <a:gd name="connsiteY4" fmla="*/ 334776 h 334776"/>
              <a:gd name="connsiteX0" fmla="*/ 3741 w 1958704"/>
              <a:gd name="connsiteY0" fmla="*/ 334776 h 334776"/>
              <a:gd name="connsiteX1" fmla="*/ 8 w 1958704"/>
              <a:gd name="connsiteY1" fmla="*/ 1339 h 334776"/>
              <a:gd name="connsiteX2" fmla="*/ 1691370 w 1958704"/>
              <a:gd name="connsiteY2" fmla="*/ 0 h 334776"/>
              <a:gd name="connsiteX3" fmla="*/ 1958704 w 1958704"/>
              <a:gd name="connsiteY3" fmla="*/ 332745 h 334776"/>
              <a:gd name="connsiteX4" fmla="*/ 3741 w 1958704"/>
              <a:gd name="connsiteY4" fmla="*/ 334776 h 33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8704" h="334776">
                <a:moveTo>
                  <a:pt x="3741" y="334776"/>
                </a:moveTo>
                <a:cubicBezTo>
                  <a:pt x="3941" y="225075"/>
                  <a:pt x="-192" y="111040"/>
                  <a:pt x="8" y="1339"/>
                </a:cubicBezTo>
                <a:lnTo>
                  <a:pt x="1691370" y="0"/>
                </a:lnTo>
                <a:lnTo>
                  <a:pt x="1958704" y="332745"/>
                </a:lnTo>
                <a:lnTo>
                  <a:pt x="3741" y="334776"/>
                </a:lnTo>
                <a:close/>
              </a:path>
            </a:pathLst>
          </a:custGeom>
          <a:solidFill>
            <a:srgbClr val="411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dirty="0" smtClean="0">
                <a:solidFill>
                  <a:srgbClr val="FFFFFF"/>
                </a:solidFill>
                <a:ea typeface="微軟正黑體" panose="020B0604030504040204" pitchFamily="34" charset="-120"/>
              </a:rPr>
              <a:t>补充事项</a:t>
            </a:r>
            <a:endParaRPr lang="zh-TW" altLang="en-US" sz="1500" dirty="0">
              <a:solidFill>
                <a:srgbClr val="FFFFFF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628535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126749" y="549278"/>
            <a:ext cx="6337425" cy="3311525"/>
          </a:xfrm>
        </p:spPr>
        <p:txBody>
          <a:bodyPr/>
          <a:lstStyle/>
          <a:p>
            <a:r>
              <a:rPr lang="en-US" altLang="zh-TW" dirty="0">
                <a:cs typeface="Arial" charset="0"/>
              </a:rPr>
              <a:t>Smarter. Greener. Together.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3454" y="6041081"/>
            <a:ext cx="4969986" cy="719138"/>
          </a:xfrm>
        </p:spPr>
        <p:txBody>
          <a:bodyPr/>
          <a:lstStyle/>
          <a:p>
            <a:pPr marL="0" indent="0">
              <a:tabLst>
                <a:tab pos="361950" algn="l"/>
              </a:tabLst>
            </a:pPr>
            <a:r>
              <a:rPr lang="en-US" altLang="zh-TW" sz="1250" dirty="0">
                <a:ea typeface="新細明體" pitchFamily="18" charset="-120"/>
                <a:cs typeface="Arial" charset="0"/>
              </a:rPr>
              <a:t>To learn more about Delta, please visit www.deltaww.com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5_Office 佈景主題">
  <a:themeElements>
    <a:clrScheme name="5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Office 佈景主題">
      <a:majorFont>
        <a:latin typeface="Arial"/>
        <a:ea typeface="微軟正黑體"/>
        <a:cs typeface="Arial"/>
      </a:majorFont>
      <a:minorFont>
        <a:latin typeface="Arial"/>
        <a:ea typeface="微軟正黑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Office 佈景主題">
  <a:themeElements>
    <a:clrScheme name="7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Office 佈景主題">
      <a:majorFont>
        <a:latin typeface="Arial"/>
        <a:ea typeface="微軟正黑體"/>
        <a:cs typeface="Arial"/>
      </a:majorFont>
      <a:minorFont>
        <a:latin typeface="Arial"/>
        <a:ea typeface="微軟正黑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0_Office 佈景主題">
  <a:themeElements>
    <a:clrScheme name="10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0_Office 佈景主題">
      <a:majorFont>
        <a:latin typeface="Arial"/>
        <a:ea typeface="微軟正黑體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0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3B261934A217944F9F005A7DB4709E9D" ma:contentTypeVersion="0" ma:contentTypeDescription="新建文档。" ma:contentTypeScope="" ma:versionID="7b19f1fee0de06e51c534d79617be0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8f872aa5919130a473c1c9447df837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6BD23F-9812-42F9-9E58-84E26D3F82C2}"/>
</file>

<file path=customXml/itemProps2.xml><?xml version="1.0" encoding="utf-8"?>
<ds:datastoreItem xmlns:ds="http://schemas.openxmlformats.org/officeDocument/2006/customXml" ds:itemID="{EC8125BD-152D-4BFE-BD87-8C93F086AB3E}"/>
</file>

<file path=customXml/itemProps3.xml><?xml version="1.0" encoding="utf-8"?>
<ds:datastoreItem xmlns:ds="http://schemas.openxmlformats.org/officeDocument/2006/customXml" ds:itemID="{BF6DB216-C34E-410D-A666-F302F4BD614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</TotalTime>
  <Words>910</Words>
  <Application>Microsoft Office PowerPoint</Application>
  <PresentationFormat>自定义</PresentationFormat>
  <Paragraphs>160</Paragraphs>
  <Slides>18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 Unicode MS</vt:lpstr>
      <vt:lpstr>微軟正黑體</vt:lpstr>
      <vt:lpstr>新細明體</vt:lpstr>
      <vt:lpstr>Arial</vt:lpstr>
      <vt:lpstr>Calibri</vt:lpstr>
      <vt:lpstr>Times New Roman</vt:lpstr>
      <vt:lpstr>5_Office 佈景主題</vt:lpstr>
      <vt:lpstr>7_Office 佈景主題</vt:lpstr>
      <vt:lpstr>10_Office 佈景主題</vt:lpstr>
      <vt:lpstr>Visio</vt:lpstr>
      <vt:lpstr>ASDA-B3韧体更新指引</vt:lpstr>
      <vt:lpstr>大纲</vt:lpstr>
      <vt:lpstr>PowerPoint 演示文稿</vt:lpstr>
      <vt:lpstr>烧录工具准备</vt:lpstr>
      <vt:lpstr>韧体更新流程图</vt:lpstr>
      <vt:lpstr>韧体更新</vt:lpstr>
      <vt:lpstr>韧体更新</vt:lpstr>
      <vt:lpstr>韧体更新</vt:lpstr>
      <vt:lpstr>黑屏后_韧体更新</vt:lpstr>
      <vt:lpstr>黑屏后_韧体更新</vt:lpstr>
      <vt:lpstr>黑屏后_韧体更新</vt:lpstr>
      <vt:lpstr>黑屏后_韧体更新</vt:lpstr>
      <vt:lpstr>PowerPoint 演示文稿</vt:lpstr>
      <vt:lpstr>AL099排除方法</vt:lpstr>
      <vt:lpstr>AL099排除方法</vt:lpstr>
      <vt:lpstr>AL099排除方法</vt:lpstr>
      <vt:lpstr>AL017排除方法</vt:lpstr>
      <vt:lpstr>Smarter. Greener. Together.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CHLOE.CHEN@DELTAWW.COM</dc:creator>
  <cp:lastModifiedBy>Lei.BJ.Zhang 張壘</cp:lastModifiedBy>
  <cp:revision>446</cp:revision>
  <cp:lastPrinted>1601-01-01T00:00:00Z</cp:lastPrinted>
  <dcterms:created xsi:type="dcterms:W3CDTF">1601-01-01T00:00:00Z</dcterms:created>
  <dcterms:modified xsi:type="dcterms:W3CDTF">2019-03-28T06:13:50Z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ContentTypeId">
    <vt:lpwstr>0x0101003B261934A217944F9F005A7DB4709E9D</vt:lpwstr>
  </property>
</Properties>
</file>